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60" r:id="rId1"/>
  </p:sldMasterIdLst>
  <p:sldIdLst>
    <p:sldId id="256" r:id="rId2"/>
    <p:sldId id="257" r:id="rId3"/>
    <p:sldId id="259" r:id="rId4"/>
    <p:sldId id="258" r:id="rId5"/>
    <p:sldId id="260" r:id="rId6"/>
    <p:sldId id="261" r:id="rId7"/>
    <p:sldId id="262" r:id="rId8"/>
    <p:sldId id="263" r:id="rId9"/>
    <p:sldId id="265" r:id="rId10"/>
    <p:sldId id="264" r:id="rId11"/>
    <p:sldId id="266" r:id="rId12"/>
  </p:sldIdLst>
  <p:sldSz cx="14711363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FEBE3A"/>
    <a:srgbClr val="1F89FF"/>
    <a:srgbClr val="CD2527"/>
    <a:srgbClr val="CC2628"/>
    <a:srgbClr val="34D399"/>
    <a:srgbClr val="3B82F6"/>
    <a:srgbClr val="F97315"/>
    <a:srgbClr val="2089FE"/>
    <a:srgbClr val="538234"/>
    <a:srgbClr val="B400FE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5578"/>
    <p:restoredTop sz="94673"/>
  </p:normalViewPr>
  <p:slideViewPr>
    <p:cSldViewPr snapToGrid="0">
      <p:cViewPr>
        <p:scale>
          <a:sx n="95" d="100"/>
          <a:sy n="95" d="100"/>
        </p:scale>
        <p:origin x="1312" y="90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2" Type="http://schemas.openxmlformats.org/officeDocument/2006/relationships/slide" Target="slides/slide1.xml"/><Relationship Id="rId16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heme" Target="theme/theme1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838921" y="1122363"/>
            <a:ext cx="11033522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838921" y="3602038"/>
            <a:ext cx="11033522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0772BD-1B4F-FD49-9C2A-7A369E46D698}" type="datetimeFigureOut">
              <a:rPr lang="en-IL" smtClean="0"/>
              <a:t>17/09/2025</a:t>
            </a:fld>
            <a:endParaRPr lang="en-IL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L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7408908-EC93-FA43-9D54-5C828AF8A0C6}" type="slidenum">
              <a:rPr lang="en-IL" smtClean="0"/>
              <a:t>‹#›</a:t>
            </a:fld>
            <a:endParaRPr lang="en-IL"/>
          </a:p>
        </p:txBody>
      </p:sp>
    </p:spTree>
    <p:extLst>
      <p:ext uri="{BB962C8B-B14F-4D97-AF65-F5344CB8AC3E}">
        <p14:creationId xmlns:p14="http://schemas.microsoft.com/office/powerpoint/2010/main" val="2769003176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0772BD-1B4F-FD49-9C2A-7A369E46D698}" type="datetimeFigureOut">
              <a:rPr lang="en-IL" smtClean="0"/>
              <a:t>17/09/2025</a:t>
            </a:fld>
            <a:endParaRPr lang="en-IL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L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7408908-EC93-FA43-9D54-5C828AF8A0C6}" type="slidenum">
              <a:rPr lang="en-IL" smtClean="0"/>
              <a:t>‹#›</a:t>
            </a:fld>
            <a:endParaRPr lang="en-IL"/>
          </a:p>
        </p:txBody>
      </p:sp>
    </p:spTree>
    <p:extLst>
      <p:ext uri="{BB962C8B-B14F-4D97-AF65-F5344CB8AC3E}">
        <p14:creationId xmlns:p14="http://schemas.microsoft.com/office/powerpoint/2010/main" val="358345631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03744" y="1709739"/>
            <a:ext cx="12688551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003744" y="4589464"/>
            <a:ext cx="12688551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0772BD-1B4F-FD49-9C2A-7A369E46D698}" type="datetimeFigureOut">
              <a:rPr lang="en-IL" smtClean="0"/>
              <a:t>17/09/2025</a:t>
            </a:fld>
            <a:endParaRPr lang="en-IL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L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7408908-EC93-FA43-9D54-5C828AF8A0C6}" type="slidenum">
              <a:rPr lang="en-IL" smtClean="0"/>
              <a:t>‹#›</a:t>
            </a:fld>
            <a:endParaRPr lang="en-IL"/>
          </a:p>
        </p:txBody>
      </p:sp>
    </p:spTree>
    <p:extLst>
      <p:ext uri="{BB962C8B-B14F-4D97-AF65-F5344CB8AC3E}">
        <p14:creationId xmlns:p14="http://schemas.microsoft.com/office/powerpoint/2010/main" val="40985493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011406" y="1825625"/>
            <a:ext cx="6252329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7447628" y="1825625"/>
            <a:ext cx="6252329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0772BD-1B4F-FD49-9C2A-7A369E46D698}" type="datetimeFigureOut">
              <a:rPr lang="en-IL" smtClean="0"/>
              <a:t>17/09/2025</a:t>
            </a:fld>
            <a:endParaRPr lang="en-IL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L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7408908-EC93-FA43-9D54-5C828AF8A0C6}" type="slidenum">
              <a:rPr lang="en-IL" smtClean="0"/>
              <a:t>‹#›</a:t>
            </a:fld>
            <a:endParaRPr lang="en-IL"/>
          </a:p>
        </p:txBody>
      </p:sp>
    </p:spTree>
    <p:extLst>
      <p:ext uri="{BB962C8B-B14F-4D97-AF65-F5344CB8AC3E}">
        <p14:creationId xmlns:p14="http://schemas.microsoft.com/office/powerpoint/2010/main" val="177656603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13322" y="365126"/>
            <a:ext cx="12688551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013323" y="1681163"/>
            <a:ext cx="6223596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013323" y="2505075"/>
            <a:ext cx="6223596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7447628" y="1681163"/>
            <a:ext cx="6254245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7447628" y="2505075"/>
            <a:ext cx="6254245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0772BD-1B4F-FD49-9C2A-7A369E46D698}" type="datetimeFigureOut">
              <a:rPr lang="en-IL" smtClean="0"/>
              <a:t>17/09/2025</a:t>
            </a:fld>
            <a:endParaRPr lang="en-IL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L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7408908-EC93-FA43-9D54-5C828AF8A0C6}" type="slidenum">
              <a:rPr lang="en-IL" smtClean="0"/>
              <a:t>‹#›</a:t>
            </a:fld>
            <a:endParaRPr lang="en-IL"/>
          </a:p>
        </p:txBody>
      </p:sp>
    </p:spTree>
    <p:extLst>
      <p:ext uri="{BB962C8B-B14F-4D97-AF65-F5344CB8AC3E}">
        <p14:creationId xmlns:p14="http://schemas.microsoft.com/office/powerpoint/2010/main" val="174729704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0772BD-1B4F-FD49-9C2A-7A369E46D698}" type="datetimeFigureOut">
              <a:rPr lang="en-IL" smtClean="0"/>
              <a:t>17/09/2025</a:t>
            </a:fld>
            <a:endParaRPr lang="en-IL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L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7408908-EC93-FA43-9D54-5C828AF8A0C6}" type="slidenum">
              <a:rPr lang="en-IL" smtClean="0"/>
              <a:t>‹#›</a:t>
            </a:fld>
            <a:endParaRPr lang="en-IL"/>
          </a:p>
        </p:txBody>
      </p:sp>
    </p:spTree>
    <p:extLst>
      <p:ext uri="{BB962C8B-B14F-4D97-AF65-F5344CB8AC3E}">
        <p14:creationId xmlns:p14="http://schemas.microsoft.com/office/powerpoint/2010/main" val="404085528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0772BD-1B4F-FD49-9C2A-7A369E46D698}" type="datetimeFigureOut">
              <a:rPr lang="en-IL" smtClean="0"/>
              <a:t>17/09/2025</a:t>
            </a:fld>
            <a:endParaRPr lang="en-IL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L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7408908-EC93-FA43-9D54-5C828AF8A0C6}" type="slidenum">
              <a:rPr lang="en-IL" smtClean="0"/>
              <a:t>‹#›</a:t>
            </a:fld>
            <a:endParaRPr lang="en-IL"/>
          </a:p>
        </p:txBody>
      </p:sp>
    </p:spTree>
    <p:extLst>
      <p:ext uri="{BB962C8B-B14F-4D97-AF65-F5344CB8AC3E}">
        <p14:creationId xmlns:p14="http://schemas.microsoft.com/office/powerpoint/2010/main" val="1325135131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13323" y="457200"/>
            <a:ext cx="474479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254245" y="987426"/>
            <a:ext cx="7447628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013323" y="2057400"/>
            <a:ext cx="474479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0772BD-1B4F-FD49-9C2A-7A369E46D698}" type="datetimeFigureOut">
              <a:rPr lang="en-IL" smtClean="0"/>
              <a:t>17/09/2025</a:t>
            </a:fld>
            <a:endParaRPr lang="en-IL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L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7408908-EC93-FA43-9D54-5C828AF8A0C6}" type="slidenum">
              <a:rPr lang="en-IL" smtClean="0"/>
              <a:t>‹#›</a:t>
            </a:fld>
            <a:endParaRPr lang="en-IL"/>
          </a:p>
        </p:txBody>
      </p:sp>
    </p:spTree>
    <p:extLst>
      <p:ext uri="{BB962C8B-B14F-4D97-AF65-F5344CB8AC3E}">
        <p14:creationId xmlns:p14="http://schemas.microsoft.com/office/powerpoint/2010/main" val="1430843959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13323" y="457200"/>
            <a:ext cx="474479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6254245" y="987426"/>
            <a:ext cx="7447628" cy="4873625"/>
          </a:xfrm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013323" y="2057400"/>
            <a:ext cx="474479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0772BD-1B4F-FD49-9C2A-7A369E46D698}" type="datetimeFigureOut">
              <a:rPr lang="en-IL" smtClean="0"/>
              <a:t>17/09/2025</a:t>
            </a:fld>
            <a:endParaRPr lang="en-IL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L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7408908-EC93-FA43-9D54-5C828AF8A0C6}" type="slidenum">
              <a:rPr lang="en-IL" smtClean="0"/>
              <a:t>‹#›</a:t>
            </a:fld>
            <a:endParaRPr lang="en-IL"/>
          </a:p>
        </p:txBody>
      </p:sp>
    </p:spTree>
    <p:extLst>
      <p:ext uri="{BB962C8B-B14F-4D97-AF65-F5344CB8AC3E}">
        <p14:creationId xmlns:p14="http://schemas.microsoft.com/office/powerpoint/2010/main" val="3783166030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0772BD-1B4F-FD49-9C2A-7A369E46D698}" type="datetimeFigureOut">
              <a:rPr lang="en-IL" smtClean="0"/>
              <a:t>17/09/2025</a:t>
            </a:fld>
            <a:endParaRPr lang="en-IL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L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7408908-EC93-FA43-9D54-5C828AF8A0C6}" type="slidenum">
              <a:rPr lang="en-IL" smtClean="0"/>
              <a:t>‹#›</a:t>
            </a:fld>
            <a:endParaRPr lang="en-IL"/>
          </a:p>
        </p:txBody>
      </p:sp>
    </p:spTree>
    <p:extLst>
      <p:ext uri="{BB962C8B-B14F-4D97-AF65-F5344CB8AC3E}">
        <p14:creationId xmlns:p14="http://schemas.microsoft.com/office/powerpoint/2010/main" val="335382762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10527819" y="365125"/>
            <a:ext cx="3172138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1011406" y="365125"/>
            <a:ext cx="9332521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0772BD-1B4F-FD49-9C2A-7A369E46D698}" type="datetimeFigureOut">
              <a:rPr lang="en-IL" smtClean="0"/>
              <a:t>17/09/2025</a:t>
            </a:fld>
            <a:endParaRPr lang="en-IL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L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7408908-EC93-FA43-9D54-5C828AF8A0C6}" type="slidenum">
              <a:rPr lang="en-IL" smtClean="0"/>
              <a:t>‹#›</a:t>
            </a:fld>
            <a:endParaRPr lang="en-IL"/>
          </a:p>
        </p:txBody>
      </p:sp>
    </p:spTree>
    <p:extLst>
      <p:ext uri="{BB962C8B-B14F-4D97-AF65-F5344CB8AC3E}">
        <p14:creationId xmlns:p14="http://schemas.microsoft.com/office/powerpoint/2010/main" val="267546770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1011406" y="365126"/>
            <a:ext cx="12688551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011406" y="1825625"/>
            <a:ext cx="12688551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1011406" y="6356351"/>
            <a:ext cx="3310057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80772BD-1B4F-FD49-9C2A-7A369E46D698}" type="datetimeFigureOut">
              <a:rPr lang="en-IL" smtClean="0"/>
              <a:t>17/09/2025</a:t>
            </a:fld>
            <a:endParaRPr lang="en-IL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873139" y="6356351"/>
            <a:ext cx="4965085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IL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0389900" y="6356351"/>
            <a:ext cx="3310057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7408908-EC93-FA43-9D54-5C828AF8A0C6}" type="slidenum">
              <a:rPr lang="en-IL" smtClean="0"/>
              <a:t>‹#›</a:t>
            </a:fld>
            <a:endParaRPr lang="en-IL"/>
          </a:p>
        </p:txBody>
      </p:sp>
    </p:spTree>
    <p:extLst>
      <p:ext uri="{BB962C8B-B14F-4D97-AF65-F5344CB8AC3E}">
        <p14:creationId xmlns:p14="http://schemas.microsoft.com/office/powerpoint/2010/main" val="256676857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3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5.png"/><Relationship Id="rId4" Type="http://schemas.openxmlformats.org/officeDocument/2006/relationships/image" Target="../media/image4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8.png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8" Type="http://schemas.openxmlformats.org/officeDocument/2006/relationships/image" Target="../media/image18.svg"/><Relationship Id="rId13" Type="http://schemas.openxmlformats.org/officeDocument/2006/relationships/image" Target="../media/image23.png"/><Relationship Id="rId18" Type="http://schemas.openxmlformats.org/officeDocument/2006/relationships/image" Target="../media/image28.png"/><Relationship Id="rId3" Type="http://schemas.openxmlformats.org/officeDocument/2006/relationships/image" Target="../media/image13.png"/><Relationship Id="rId7" Type="http://schemas.openxmlformats.org/officeDocument/2006/relationships/image" Target="../media/image17.png"/><Relationship Id="rId12" Type="http://schemas.openxmlformats.org/officeDocument/2006/relationships/image" Target="../media/image22.svg"/><Relationship Id="rId17" Type="http://schemas.openxmlformats.org/officeDocument/2006/relationships/image" Target="../media/image27.svg"/><Relationship Id="rId2" Type="http://schemas.openxmlformats.org/officeDocument/2006/relationships/image" Target="../media/image12.png"/><Relationship Id="rId16" Type="http://schemas.openxmlformats.org/officeDocument/2006/relationships/image" Target="../media/image26.png"/><Relationship Id="rId20" Type="http://schemas.openxmlformats.org/officeDocument/2006/relationships/image" Target="../media/image30.sv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6.svg"/><Relationship Id="rId11" Type="http://schemas.openxmlformats.org/officeDocument/2006/relationships/image" Target="../media/image21.png"/><Relationship Id="rId5" Type="http://schemas.openxmlformats.org/officeDocument/2006/relationships/image" Target="../media/image15.png"/><Relationship Id="rId15" Type="http://schemas.openxmlformats.org/officeDocument/2006/relationships/image" Target="../media/image25.png"/><Relationship Id="rId10" Type="http://schemas.openxmlformats.org/officeDocument/2006/relationships/image" Target="../media/image20.svg"/><Relationship Id="rId19" Type="http://schemas.openxmlformats.org/officeDocument/2006/relationships/image" Target="../media/image29.svg"/><Relationship Id="rId4" Type="http://schemas.openxmlformats.org/officeDocument/2006/relationships/image" Target="../media/image14.svg"/><Relationship Id="rId9" Type="http://schemas.openxmlformats.org/officeDocument/2006/relationships/image" Target="../media/image19.png"/><Relationship Id="rId14" Type="http://schemas.openxmlformats.org/officeDocument/2006/relationships/image" Target="../media/image24.sv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id="{08DFC96C-1DBA-3A93-F3C2-AB7BA95AB6EE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l="12076" t="13303" r="68109" b="30792"/>
          <a:stretch/>
        </p:blipFill>
        <p:spPr>
          <a:xfrm rot="5400000">
            <a:off x="2921665" y="950268"/>
            <a:ext cx="1099752" cy="2456592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F3A131FB-30B0-0238-9314-052A130A74CF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l="68554" t="12646" r="9627" b="31449"/>
          <a:stretch/>
        </p:blipFill>
        <p:spPr>
          <a:xfrm rot="5400000">
            <a:off x="5521904" y="2448527"/>
            <a:ext cx="1210963" cy="2456592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E18377B6-755A-E34D-33DA-1305F783C0DD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l="39907" t="35291" r="38274" b="3125"/>
          <a:stretch/>
        </p:blipFill>
        <p:spPr>
          <a:xfrm rot="5400000">
            <a:off x="2866060" y="3852906"/>
            <a:ext cx="1210962" cy="2706131"/>
          </a:xfrm>
          <a:prstGeom prst="rect">
            <a:avLst/>
          </a:prstGeom>
        </p:spPr>
      </p:pic>
      <p:cxnSp>
        <p:nvCxnSpPr>
          <p:cNvPr id="8" name="Straight Connector 7">
            <a:extLst>
              <a:ext uri="{FF2B5EF4-FFF2-40B4-BE49-F238E27FC236}">
                <a16:creationId xmlns:a16="http://schemas.microsoft.com/office/drawing/2014/main" id="{AA31385C-1985-6307-A036-3D0970F3D4D9}"/>
              </a:ext>
            </a:extLst>
          </p:cNvPr>
          <p:cNvCxnSpPr/>
          <p:nvPr/>
        </p:nvCxnSpPr>
        <p:spPr>
          <a:xfrm>
            <a:off x="2243246" y="1429607"/>
            <a:ext cx="5369011" cy="0"/>
          </a:xfrm>
          <a:prstGeom prst="line">
            <a:avLst/>
          </a:prstGeom>
          <a:ln w="76200"/>
        </p:spPr>
        <p:style>
          <a:lnRef idx="3">
            <a:schemeClr val="accent3"/>
          </a:lnRef>
          <a:fillRef idx="0">
            <a:schemeClr val="accent3"/>
          </a:fillRef>
          <a:effectRef idx="2">
            <a:schemeClr val="accent3"/>
          </a:effectRef>
          <a:fontRef idx="minor">
            <a:schemeClr val="tx1"/>
          </a:fontRef>
        </p:style>
      </p:cxnSp>
      <p:cxnSp>
        <p:nvCxnSpPr>
          <p:cNvPr id="9" name="Straight Connector 8">
            <a:extLst>
              <a:ext uri="{FF2B5EF4-FFF2-40B4-BE49-F238E27FC236}">
                <a16:creationId xmlns:a16="http://schemas.microsoft.com/office/drawing/2014/main" id="{35248474-7E12-650E-D8EE-0AEFD515B532}"/>
              </a:ext>
            </a:extLst>
          </p:cNvPr>
          <p:cNvCxnSpPr/>
          <p:nvPr/>
        </p:nvCxnSpPr>
        <p:spPr>
          <a:xfrm>
            <a:off x="2243246" y="4411705"/>
            <a:ext cx="5369011" cy="0"/>
          </a:xfrm>
          <a:prstGeom prst="line">
            <a:avLst/>
          </a:prstGeom>
          <a:ln w="76200"/>
        </p:spPr>
        <p:style>
          <a:lnRef idx="3">
            <a:schemeClr val="accent3"/>
          </a:lnRef>
          <a:fillRef idx="0">
            <a:schemeClr val="accent3"/>
          </a:fillRef>
          <a:effectRef idx="2">
            <a:schemeClr val="accent3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43078993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8" name="Straight Connector 7">
            <a:extLst>
              <a:ext uri="{FF2B5EF4-FFF2-40B4-BE49-F238E27FC236}">
                <a16:creationId xmlns:a16="http://schemas.microsoft.com/office/drawing/2014/main" id="{AA31385C-1985-6307-A036-3D0970F3D4D9}"/>
              </a:ext>
            </a:extLst>
          </p:cNvPr>
          <p:cNvCxnSpPr/>
          <p:nvPr/>
        </p:nvCxnSpPr>
        <p:spPr>
          <a:xfrm>
            <a:off x="2243246" y="1429607"/>
            <a:ext cx="5369011" cy="0"/>
          </a:xfrm>
          <a:prstGeom prst="line">
            <a:avLst/>
          </a:prstGeom>
          <a:ln w="76200"/>
        </p:spPr>
        <p:style>
          <a:lnRef idx="3">
            <a:schemeClr val="accent3"/>
          </a:lnRef>
          <a:fillRef idx="0">
            <a:schemeClr val="accent3"/>
          </a:fillRef>
          <a:effectRef idx="2">
            <a:schemeClr val="accent3"/>
          </a:effectRef>
          <a:fontRef idx="minor">
            <a:schemeClr val="tx1"/>
          </a:fontRef>
        </p:style>
      </p:cxnSp>
      <p:pic>
        <p:nvPicPr>
          <p:cNvPr id="4" name="Picture 3">
            <a:extLst>
              <a:ext uri="{FF2B5EF4-FFF2-40B4-BE49-F238E27FC236}">
                <a16:creationId xmlns:a16="http://schemas.microsoft.com/office/drawing/2014/main" id="{08DFC96C-1DBA-3A93-F3C2-AB7BA95AB6EE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l="12076" t="13303" r="68109" b="30792"/>
          <a:stretch/>
        </p:blipFill>
        <p:spPr>
          <a:xfrm rot="5400000">
            <a:off x="2921665" y="987339"/>
            <a:ext cx="1099752" cy="2456592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F3A131FB-30B0-0238-9314-052A130A74CF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l="68554" t="12646" r="9627" b="31449"/>
          <a:stretch/>
        </p:blipFill>
        <p:spPr>
          <a:xfrm rot="5400000">
            <a:off x="3314593" y="2516145"/>
            <a:ext cx="1210963" cy="2456592"/>
          </a:xfrm>
          <a:prstGeom prst="rect">
            <a:avLst/>
          </a:prstGeom>
        </p:spPr>
      </p:pic>
      <p:cxnSp>
        <p:nvCxnSpPr>
          <p:cNvPr id="9" name="Straight Connector 8">
            <a:extLst>
              <a:ext uri="{FF2B5EF4-FFF2-40B4-BE49-F238E27FC236}">
                <a16:creationId xmlns:a16="http://schemas.microsoft.com/office/drawing/2014/main" id="{35248474-7E12-650E-D8EE-0AEFD515B532}"/>
              </a:ext>
            </a:extLst>
          </p:cNvPr>
          <p:cNvCxnSpPr/>
          <p:nvPr/>
        </p:nvCxnSpPr>
        <p:spPr>
          <a:xfrm>
            <a:off x="2243246" y="4448776"/>
            <a:ext cx="5369011" cy="0"/>
          </a:xfrm>
          <a:prstGeom prst="line">
            <a:avLst/>
          </a:prstGeom>
          <a:ln w="76200"/>
        </p:spPr>
        <p:style>
          <a:lnRef idx="3">
            <a:schemeClr val="accent3"/>
          </a:lnRef>
          <a:fillRef idx="0">
            <a:schemeClr val="accent3"/>
          </a:fillRef>
          <a:effectRef idx="2">
            <a:schemeClr val="accent3"/>
          </a:effectRef>
          <a:fontRef idx="minor">
            <a:schemeClr val="tx1"/>
          </a:fontRef>
        </p:style>
      </p:cxnSp>
      <p:cxnSp>
        <p:nvCxnSpPr>
          <p:cNvPr id="2" name="Straight Connector 1">
            <a:extLst>
              <a:ext uri="{FF2B5EF4-FFF2-40B4-BE49-F238E27FC236}">
                <a16:creationId xmlns:a16="http://schemas.microsoft.com/office/drawing/2014/main" id="{FB028B70-4469-1D65-EF41-E8EED980128B}"/>
              </a:ext>
            </a:extLst>
          </p:cNvPr>
          <p:cNvCxnSpPr/>
          <p:nvPr/>
        </p:nvCxnSpPr>
        <p:spPr>
          <a:xfrm>
            <a:off x="2255603" y="2965963"/>
            <a:ext cx="5369011" cy="0"/>
          </a:xfrm>
          <a:prstGeom prst="line">
            <a:avLst/>
          </a:prstGeom>
          <a:ln w="38100">
            <a:prstDash val="dash"/>
          </a:ln>
        </p:spPr>
        <p:style>
          <a:lnRef idx="3">
            <a:schemeClr val="accent3"/>
          </a:lnRef>
          <a:fillRef idx="0">
            <a:schemeClr val="accent3"/>
          </a:fillRef>
          <a:effectRef idx="2">
            <a:schemeClr val="accent3"/>
          </a:effectRef>
          <a:fontRef idx="minor">
            <a:schemeClr val="tx1"/>
          </a:fontRef>
        </p:style>
      </p:cxnSp>
      <p:sp>
        <p:nvSpPr>
          <p:cNvPr id="7" name="Freeform 6">
            <a:extLst>
              <a:ext uri="{FF2B5EF4-FFF2-40B4-BE49-F238E27FC236}">
                <a16:creationId xmlns:a16="http://schemas.microsoft.com/office/drawing/2014/main" id="{AB80D6E4-F77B-0682-F419-32731CBD4C1A}"/>
              </a:ext>
            </a:extLst>
          </p:cNvPr>
          <p:cNvSpPr/>
          <p:nvPr/>
        </p:nvSpPr>
        <p:spPr>
          <a:xfrm>
            <a:off x="5275574" y="2298367"/>
            <a:ext cx="2014204" cy="1513290"/>
          </a:xfrm>
          <a:custGeom>
            <a:avLst/>
            <a:gdLst>
              <a:gd name="connsiteX0" fmla="*/ 0 w 976184"/>
              <a:gd name="connsiteY0" fmla="*/ 1198605 h 1295228"/>
              <a:gd name="connsiteX1" fmla="*/ 593124 w 976184"/>
              <a:gd name="connsiteY1" fmla="*/ 1173892 h 1295228"/>
              <a:gd name="connsiteX2" fmla="*/ 976184 w 976184"/>
              <a:gd name="connsiteY2" fmla="*/ 0 h 1295228"/>
              <a:gd name="connsiteX0" fmla="*/ 0 w 976184"/>
              <a:gd name="connsiteY0" fmla="*/ 1198605 h 1206217"/>
              <a:gd name="connsiteX1" fmla="*/ 385232 w 976184"/>
              <a:gd name="connsiteY1" fmla="*/ 394316 h 1206217"/>
              <a:gd name="connsiteX2" fmla="*/ 976184 w 976184"/>
              <a:gd name="connsiteY2" fmla="*/ 0 h 1206217"/>
              <a:gd name="connsiteX0" fmla="*/ 0 w 1129843"/>
              <a:gd name="connsiteY0" fmla="*/ 1054553 h 1062165"/>
              <a:gd name="connsiteX1" fmla="*/ 385232 w 1129843"/>
              <a:gd name="connsiteY1" fmla="*/ 250264 h 1062165"/>
              <a:gd name="connsiteX2" fmla="*/ 1129843 w 1129843"/>
              <a:gd name="connsiteY2" fmla="*/ 0 h 1062165"/>
              <a:gd name="connsiteX0" fmla="*/ 0 w 1129843"/>
              <a:gd name="connsiteY0" fmla="*/ 1054553 h 1062165"/>
              <a:gd name="connsiteX1" fmla="*/ 385232 w 1129843"/>
              <a:gd name="connsiteY1" fmla="*/ 250264 h 1062165"/>
              <a:gd name="connsiteX2" fmla="*/ 1129843 w 1129843"/>
              <a:gd name="connsiteY2" fmla="*/ 0 h 1062165"/>
              <a:gd name="connsiteX0" fmla="*/ 0 w 1247347"/>
              <a:gd name="connsiteY0" fmla="*/ 1063026 h 1070554"/>
              <a:gd name="connsiteX1" fmla="*/ 502736 w 1247347"/>
              <a:gd name="connsiteY1" fmla="*/ 250264 h 1070554"/>
              <a:gd name="connsiteX2" fmla="*/ 1247347 w 1247347"/>
              <a:gd name="connsiteY2" fmla="*/ 0 h 1070554"/>
              <a:gd name="connsiteX0" fmla="*/ 59180 w 1306527"/>
              <a:gd name="connsiteY0" fmla="*/ 1063026 h 1133574"/>
              <a:gd name="connsiteX1" fmla="*/ 32064 w 1306527"/>
              <a:gd name="connsiteY1" fmla="*/ 1076149 h 1133574"/>
              <a:gd name="connsiteX2" fmla="*/ 561916 w 1306527"/>
              <a:gd name="connsiteY2" fmla="*/ 250264 h 1133574"/>
              <a:gd name="connsiteX3" fmla="*/ 1306527 w 1306527"/>
              <a:gd name="connsiteY3" fmla="*/ 0 h 1133574"/>
              <a:gd name="connsiteX0" fmla="*/ 188842 w 1436189"/>
              <a:gd name="connsiteY0" fmla="*/ 1063026 h 1146779"/>
              <a:gd name="connsiteX1" fmla="*/ 17106 w 1436189"/>
              <a:gd name="connsiteY1" fmla="*/ 1093096 h 1146779"/>
              <a:gd name="connsiteX2" fmla="*/ 691578 w 1436189"/>
              <a:gd name="connsiteY2" fmla="*/ 250264 h 1146779"/>
              <a:gd name="connsiteX3" fmla="*/ 1436189 w 1436189"/>
              <a:gd name="connsiteY3" fmla="*/ 0 h 1146779"/>
              <a:gd name="connsiteX0" fmla="*/ 398709 w 1429126"/>
              <a:gd name="connsiteY0" fmla="*/ 1105395 h 1157199"/>
              <a:gd name="connsiteX1" fmla="*/ 10043 w 1429126"/>
              <a:gd name="connsiteY1" fmla="*/ 1093096 h 1157199"/>
              <a:gd name="connsiteX2" fmla="*/ 684515 w 1429126"/>
              <a:gd name="connsiteY2" fmla="*/ 250264 h 1157199"/>
              <a:gd name="connsiteX3" fmla="*/ 1429126 w 1429126"/>
              <a:gd name="connsiteY3" fmla="*/ 0 h 1157199"/>
              <a:gd name="connsiteX0" fmla="*/ 358 w 1030775"/>
              <a:gd name="connsiteY0" fmla="*/ 1105395 h 1130048"/>
              <a:gd name="connsiteX1" fmla="*/ 117862 w 1030775"/>
              <a:gd name="connsiteY1" fmla="*/ 1050728 h 1130048"/>
              <a:gd name="connsiteX2" fmla="*/ 286164 w 1030775"/>
              <a:gd name="connsiteY2" fmla="*/ 250264 h 1130048"/>
              <a:gd name="connsiteX3" fmla="*/ 1030775 w 1030775"/>
              <a:gd name="connsiteY3" fmla="*/ 0 h 1130048"/>
              <a:gd name="connsiteX0" fmla="*/ 31 w 1473347"/>
              <a:gd name="connsiteY0" fmla="*/ 1122343 h 1138222"/>
              <a:gd name="connsiteX1" fmla="*/ 560434 w 1473347"/>
              <a:gd name="connsiteY1" fmla="*/ 1050728 h 1138222"/>
              <a:gd name="connsiteX2" fmla="*/ 728736 w 1473347"/>
              <a:gd name="connsiteY2" fmla="*/ 250264 h 1138222"/>
              <a:gd name="connsiteX3" fmla="*/ 1473347 w 1473347"/>
              <a:gd name="connsiteY3" fmla="*/ 0 h 1138222"/>
              <a:gd name="connsiteX0" fmla="*/ 48 w 1473364"/>
              <a:gd name="connsiteY0" fmla="*/ 1122343 h 1142422"/>
              <a:gd name="connsiteX1" fmla="*/ 388714 w 1473364"/>
              <a:gd name="connsiteY1" fmla="*/ 1059202 h 1142422"/>
              <a:gd name="connsiteX2" fmla="*/ 728753 w 1473364"/>
              <a:gd name="connsiteY2" fmla="*/ 250264 h 1142422"/>
              <a:gd name="connsiteX3" fmla="*/ 1473364 w 1473364"/>
              <a:gd name="connsiteY3" fmla="*/ 0 h 1142422"/>
              <a:gd name="connsiteX0" fmla="*/ 48 w 1473364"/>
              <a:gd name="connsiteY0" fmla="*/ 1122343 h 1122427"/>
              <a:gd name="connsiteX1" fmla="*/ 397753 w 1473364"/>
              <a:gd name="connsiteY1" fmla="*/ 949044 h 1122427"/>
              <a:gd name="connsiteX2" fmla="*/ 728753 w 1473364"/>
              <a:gd name="connsiteY2" fmla="*/ 250264 h 1122427"/>
              <a:gd name="connsiteX3" fmla="*/ 1473364 w 1473364"/>
              <a:gd name="connsiteY3" fmla="*/ 0 h 1122427"/>
              <a:gd name="connsiteX0" fmla="*/ 57 w 1473373"/>
              <a:gd name="connsiteY0" fmla="*/ 1122343 h 1122378"/>
              <a:gd name="connsiteX1" fmla="*/ 343530 w 1473373"/>
              <a:gd name="connsiteY1" fmla="*/ 889729 h 1122378"/>
              <a:gd name="connsiteX2" fmla="*/ 728762 w 1473373"/>
              <a:gd name="connsiteY2" fmla="*/ 250264 h 1122378"/>
              <a:gd name="connsiteX3" fmla="*/ 1473373 w 1473373"/>
              <a:gd name="connsiteY3" fmla="*/ 0 h 1122378"/>
              <a:gd name="connsiteX0" fmla="*/ 40 w 1473356"/>
              <a:gd name="connsiteY0" fmla="*/ 1122343 h 1122646"/>
              <a:gd name="connsiteX1" fmla="*/ 461017 w 1473356"/>
              <a:gd name="connsiteY1" fmla="*/ 982940 h 1122646"/>
              <a:gd name="connsiteX2" fmla="*/ 728745 w 1473356"/>
              <a:gd name="connsiteY2" fmla="*/ 250264 h 1122646"/>
              <a:gd name="connsiteX3" fmla="*/ 1473356 w 1473356"/>
              <a:gd name="connsiteY3" fmla="*/ 0 h 1122646"/>
              <a:gd name="connsiteX0" fmla="*/ 40 w 1473356"/>
              <a:gd name="connsiteY0" fmla="*/ 1122343 h 1122646"/>
              <a:gd name="connsiteX1" fmla="*/ 461017 w 1473356"/>
              <a:gd name="connsiteY1" fmla="*/ 982940 h 1122646"/>
              <a:gd name="connsiteX2" fmla="*/ 819132 w 1473356"/>
              <a:gd name="connsiteY2" fmla="*/ 174001 h 1122646"/>
              <a:gd name="connsiteX3" fmla="*/ 1473356 w 1473356"/>
              <a:gd name="connsiteY3" fmla="*/ 0 h 1122646"/>
              <a:gd name="connsiteX0" fmla="*/ 40 w 1473356"/>
              <a:gd name="connsiteY0" fmla="*/ 1122343 h 1122385"/>
              <a:gd name="connsiteX1" fmla="*/ 451978 w 1473356"/>
              <a:gd name="connsiteY1" fmla="*/ 906678 h 1122385"/>
              <a:gd name="connsiteX2" fmla="*/ 819132 w 1473356"/>
              <a:gd name="connsiteY2" fmla="*/ 174001 h 1122385"/>
              <a:gd name="connsiteX3" fmla="*/ 1473356 w 1473356"/>
              <a:gd name="connsiteY3" fmla="*/ 0 h 1122385"/>
              <a:gd name="connsiteX0" fmla="*/ 47 w 1473363"/>
              <a:gd name="connsiteY0" fmla="*/ 1122343 h 1122901"/>
              <a:gd name="connsiteX1" fmla="*/ 397752 w 1473363"/>
              <a:gd name="connsiteY1" fmla="*/ 991415 h 1122901"/>
              <a:gd name="connsiteX2" fmla="*/ 819139 w 1473363"/>
              <a:gd name="connsiteY2" fmla="*/ 174001 h 1122901"/>
              <a:gd name="connsiteX3" fmla="*/ 1473363 w 1473363"/>
              <a:gd name="connsiteY3" fmla="*/ 0 h 1122901"/>
              <a:gd name="connsiteX0" fmla="*/ 39 w 1473355"/>
              <a:gd name="connsiteY0" fmla="*/ 1122343 h 1122478"/>
              <a:gd name="connsiteX1" fmla="*/ 479093 w 1473355"/>
              <a:gd name="connsiteY1" fmla="*/ 965994 h 1122478"/>
              <a:gd name="connsiteX2" fmla="*/ 819131 w 1473355"/>
              <a:gd name="connsiteY2" fmla="*/ 174001 h 1122478"/>
              <a:gd name="connsiteX3" fmla="*/ 1473355 w 1473355"/>
              <a:gd name="connsiteY3" fmla="*/ 0 h 1122478"/>
              <a:gd name="connsiteX0" fmla="*/ 39 w 1473355"/>
              <a:gd name="connsiteY0" fmla="*/ 1122343 h 1122478"/>
              <a:gd name="connsiteX1" fmla="*/ 479093 w 1473355"/>
              <a:gd name="connsiteY1" fmla="*/ 965994 h 1122478"/>
              <a:gd name="connsiteX2" fmla="*/ 801053 w 1473355"/>
              <a:gd name="connsiteY2" fmla="*/ 258738 h 1122478"/>
              <a:gd name="connsiteX3" fmla="*/ 1473355 w 1473355"/>
              <a:gd name="connsiteY3" fmla="*/ 0 h 1122478"/>
              <a:gd name="connsiteX0" fmla="*/ 39 w 1473355"/>
              <a:gd name="connsiteY0" fmla="*/ 1037606 h 1037741"/>
              <a:gd name="connsiteX1" fmla="*/ 479093 w 1473355"/>
              <a:gd name="connsiteY1" fmla="*/ 881257 h 1037741"/>
              <a:gd name="connsiteX2" fmla="*/ 801053 w 1473355"/>
              <a:gd name="connsiteY2" fmla="*/ 174001 h 1037741"/>
              <a:gd name="connsiteX3" fmla="*/ 1473355 w 1473355"/>
              <a:gd name="connsiteY3" fmla="*/ 0 h 103774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473355" h="1037741">
                <a:moveTo>
                  <a:pt x="39" y="1037606"/>
                </a:moveTo>
                <a:cubicBezTo>
                  <a:pt x="-4480" y="1039793"/>
                  <a:pt x="395304" y="1016717"/>
                  <a:pt x="479093" y="881257"/>
                </a:cubicBezTo>
                <a:cubicBezTo>
                  <a:pt x="562882" y="745797"/>
                  <a:pt x="588643" y="353359"/>
                  <a:pt x="801053" y="174001"/>
                </a:cubicBezTo>
                <a:cubicBezTo>
                  <a:pt x="963750" y="-25767"/>
                  <a:pt x="1227592" y="4063"/>
                  <a:pt x="1473355" y="0"/>
                </a:cubicBezTo>
              </a:path>
            </a:pathLst>
          </a:custGeom>
          <a:ln w="38100">
            <a:solidFill>
              <a:srgbClr val="2089FE"/>
            </a:solidFill>
            <a:headEnd type="none" w="med" len="med"/>
            <a:tailEnd type="triangle" w="med" len="med"/>
            <a:extLst>
              <a:ext uri="{C807C97D-BFC1-408E-A445-0C87EB9F89A2}">
                <ask:lineSketchStyleProps xmlns:ask="http://schemas.microsoft.com/office/drawing/2018/sketchyshapes" sd="1219033472">
                  <a:custGeom>
                    <a:avLst/>
                    <a:gdLst>
                      <a:gd name="connsiteX0" fmla="*/ 53 w 2014204"/>
                      <a:gd name="connsiteY0" fmla="*/ 1636661 h 1636858"/>
                      <a:gd name="connsiteX1" fmla="*/ 654961 w 2014204"/>
                      <a:gd name="connsiteY1" fmla="*/ 1408664 h 1636858"/>
                      <a:gd name="connsiteX2" fmla="*/ 1119823 w 2014204"/>
                      <a:gd name="connsiteY2" fmla="*/ 253737 h 1636858"/>
                      <a:gd name="connsiteX3" fmla="*/ 2014204 w 2014204"/>
                      <a:gd name="connsiteY3" fmla="*/ 0 h 1636858"/>
                    </a:gdLst>
                    <a:ahLst/>
                    <a:cxnLst>
                      <a:cxn ang="0">
                        <a:pos x="connsiteX0" y="connsiteY0"/>
                      </a:cxn>
                      <a:cxn ang="0">
                        <a:pos x="connsiteX1" y="connsiteY1"/>
                      </a:cxn>
                      <a:cxn ang="0">
                        <a:pos x="connsiteX2" y="connsiteY2"/>
                      </a:cxn>
                      <a:cxn ang="0">
                        <a:pos x="connsiteX3" y="connsiteY3"/>
                      </a:cxn>
                    </a:cxnLst>
                    <a:rect l="l" t="t" r="r" b="b"/>
                    <a:pathLst>
                      <a:path w="2014204" h="1636858" extrusionOk="0">
                        <a:moveTo>
                          <a:pt x="53" y="1636661"/>
                        </a:moveTo>
                        <a:cubicBezTo>
                          <a:pt x="-38609" y="1619813"/>
                          <a:pt x="483014" y="1627742"/>
                          <a:pt x="654961" y="1408664"/>
                        </a:cubicBezTo>
                        <a:cubicBezTo>
                          <a:pt x="840111" y="1225993"/>
                          <a:pt x="718019" y="518830"/>
                          <a:pt x="1119823" y="253737"/>
                        </a:cubicBezTo>
                        <a:cubicBezTo>
                          <a:pt x="1305534" y="-1726"/>
                          <a:pt x="1670340" y="49500"/>
                          <a:pt x="2014204" y="0"/>
                        </a:cubicBezTo>
                      </a:path>
                    </a:pathLst>
                  </a:custGeom>
                  <ask:type>
                    <ask:lineSketchNone/>
                  </ask:type>
                </ask:lineSketchStyleProps>
              </a:ext>
            </a:extLst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IL"/>
          </a:p>
        </p:txBody>
      </p:sp>
      <p:sp>
        <p:nvSpPr>
          <p:cNvPr id="10" name="Freeform 9">
            <a:extLst>
              <a:ext uri="{FF2B5EF4-FFF2-40B4-BE49-F238E27FC236}">
                <a16:creationId xmlns:a16="http://schemas.microsoft.com/office/drawing/2014/main" id="{45E98364-5EDD-D1BC-B276-A015DC9FD40A}"/>
              </a:ext>
            </a:extLst>
          </p:cNvPr>
          <p:cNvSpPr/>
          <p:nvPr/>
        </p:nvSpPr>
        <p:spPr>
          <a:xfrm flipV="1">
            <a:off x="4940106" y="2216902"/>
            <a:ext cx="2349672" cy="16066"/>
          </a:xfrm>
          <a:custGeom>
            <a:avLst/>
            <a:gdLst>
              <a:gd name="connsiteX0" fmla="*/ 0 w 976184"/>
              <a:gd name="connsiteY0" fmla="*/ 1198605 h 1295228"/>
              <a:gd name="connsiteX1" fmla="*/ 593124 w 976184"/>
              <a:gd name="connsiteY1" fmla="*/ 1173892 h 1295228"/>
              <a:gd name="connsiteX2" fmla="*/ 976184 w 976184"/>
              <a:gd name="connsiteY2" fmla="*/ 0 h 1295228"/>
              <a:gd name="connsiteX0" fmla="*/ 0 w 976184"/>
              <a:gd name="connsiteY0" fmla="*/ 1198605 h 1206217"/>
              <a:gd name="connsiteX1" fmla="*/ 385232 w 976184"/>
              <a:gd name="connsiteY1" fmla="*/ 394316 h 1206217"/>
              <a:gd name="connsiteX2" fmla="*/ 976184 w 976184"/>
              <a:gd name="connsiteY2" fmla="*/ 0 h 1206217"/>
              <a:gd name="connsiteX0" fmla="*/ 0 w 1129843"/>
              <a:gd name="connsiteY0" fmla="*/ 1054553 h 1062165"/>
              <a:gd name="connsiteX1" fmla="*/ 385232 w 1129843"/>
              <a:gd name="connsiteY1" fmla="*/ 250264 h 1062165"/>
              <a:gd name="connsiteX2" fmla="*/ 1129843 w 1129843"/>
              <a:gd name="connsiteY2" fmla="*/ 0 h 1062165"/>
              <a:gd name="connsiteX0" fmla="*/ 0 w 1129843"/>
              <a:gd name="connsiteY0" fmla="*/ 1054553 h 1062165"/>
              <a:gd name="connsiteX1" fmla="*/ 385232 w 1129843"/>
              <a:gd name="connsiteY1" fmla="*/ 250264 h 1062165"/>
              <a:gd name="connsiteX2" fmla="*/ 1129843 w 1129843"/>
              <a:gd name="connsiteY2" fmla="*/ 0 h 1062165"/>
              <a:gd name="connsiteX0" fmla="*/ 0 w 1247347"/>
              <a:gd name="connsiteY0" fmla="*/ 1063026 h 1070554"/>
              <a:gd name="connsiteX1" fmla="*/ 502736 w 1247347"/>
              <a:gd name="connsiteY1" fmla="*/ 250264 h 1070554"/>
              <a:gd name="connsiteX2" fmla="*/ 1247347 w 1247347"/>
              <a:gd name="connsiteY2" fmla="*/ 0 h 1070554"/>
              <a:gd name="connsiteX0" fmla="*/ 59180 w 1306527"/>
              <a:gd name="connsiteY0" fmla="*/ 1063026 h 1133574"/>
              <a:gd name="connsiteX1" fmla="*/ 32064 w 1306527"/>
              <a:gd name="connsiteY1" fmla="*/ 1076149 h 1133574"/>
              <a:gd name="connsiteX2" fmla="*/ 561916 w 1306527"/>
              <a:gd name="connsiteY2" fmla="*/ 250264 h 1133574"/>
              <a:gd name="connsiteX3" fmla="*/ 1306527 w 1306527"/>
              <a:gd name="connsiteY3" fmla="*/ 0 h 1133574"/>
              <a:gd name="connsiteX0" fmla="*/ 188842 w 1436189"/>
              <a:gd name="connsiteY0" fmla="*/ 1063026 h 1146779"/>
              <a:gd name="connsiteX1" fmla="*/ 17106 w 1436189"/>
              <a:gd name="connsiteY1" fmla="*/ 1093096 h 1146779"/>
              <a:gd name="connsiteX2" fmla="*/ 691578 w 1436189"/>
              <a:gd name="connsiteY2" fmla="*/ 250264 h 1146779"/>
              <a:gd name="connsiteX3" fmla="*/ 1436189 w 1436189"/>
              <a:gd name="connsiteY3" fmla="*/ 0 h 1146779"/>
              <a:gd name="connsiteX0" fmla="*/ 398709 w 1429126"/>
              <a:gd name="connsiteY0" fmla="*/ 1105395 h 1157199"/>
              <a:gd name="connsiteX1" fmla="*/ 10043 w 1429126"/>
              <a:gd name="connsiteY1" fmla="*/ 1093096 h 1157199"/>
              <a:gd name="connsiteX2" fmla="*/ 684515 w 1429126"/>
              <a:gd name="connsiteY2" fmla="*/ 250264 h 1157199"/>
              <a:gd name="connsiteX3" fmla="*/ 1429126 w 1429126"/>
              <a:gd name="connsiteY3" fmla="*/ 0 h 1157199"/>
              <a:gd name="connsiteX0" fmla="*/ 358 w 1030775"/>
              <a:gd name="connsiteY0" fmla="*/ 1105395 h 1130048"/>
              <a:gd name="connsiteX1" fmla="*/ 117862 w 1030775"/>
              <a:gd name="connsiteY1" fmla="*/ 1050728 h 1130048"/>
              <a:gd name="connsiteX2" fmla="*/ 286164 w 1030775"/>
              <a:gd name="connsiteY2" fmla="*/ 250264 h 1130048"/>
              <a:gd name="connsiteX3" fmla="*/ 1030775 w 1030775"/>
              <a:gd name="connsiteY3" fmla="*/ 0 h 1130048"/>
              <a:gd name="connsiteX0" fmla="*/ 31 w 1473347"/>
              <a:gd name="connsiteY0" fmla="*/ 1122343 h 1138222"/>
              <a:gd name="connsiteX1" fmla="*/ 560434 w 1473347"/>
              <a:gd name="connsiteY1" fmla="*/ 1050728 h 1138222"/>
              <a:gd name="connsiteX2" fmla="*/ 728736 w 1473347"/>
              <a:gd name="connsiteY2" fmla="*/ 250264 h 1138222"/>
              <a:gd name="connsiteX3" fmla="*/ 1473347 w 1473347"/>
              <a:gd name="connsiteY3" fmla="*/ 0 h 1138222"/>
              <a:gd name="connsiteX0" fmla="*/ 48 w 1473364"/>
              <a:gd name="connsiteY0" fmla="*/ 1122343 h 1142422"/>
              <a:gd name="connsiteX1" fmla="*/ 388714 w 1473364"/>
              <a:gd name="connsiteY1" fmla="*/ 1059202 h 1142422"/>
              <a:gd name="connsiteX2" fmla="*/ 728753 w 1473364"/>
              <a:gd name="connsiteY2" fmla="*/ 250264 h 1142422"/>
              <a:gd name="connsiteX3" fmla="*/ 1473364 w 1473364"/>
              <a:gd name="connsiteY3" fmla="*/ 0 h 1142422"/>
              <a:gd name="connsiteX0" fmla="*/ 48 w 1473364"/>
              <a:gd name="connsiteY0" fmla="*/ 1122343 h 1122427"/>
              <a:gd name="connsiteX1" fmla="*/ 397753 w 1473364"/>
              <a:gd name="connsiteY1" fmla="*/ 949044 h 1122427"/>
              <a:gd name="connsiteX2" fmla="*/ 728753 w 1473364"/>
              <a:gd name="connsiteY2" fmla="*/ 250264 h 1122427"/>
              <a:gd name="connsiteX3" fmla="*/ 1473364 w 1473364"/>
              <a:gd name="connsiteY3" fmla="*/ 0 h 1122427"/>
              <a:gd name="connsiteX0" fmla="*/ 57 w 1473373"/>
              <a:gd name="connsiteY0" fmla="*/ 1122343 h 1122378"/>
              <a:gd name="connsiteX1" fmla="*/ 343530 w 1473373"/>
              <a:gd name="connsiteY1" fmla="*/ 889729 h 1122378"/>
              <a:gd name="connsiteX2" fmla="*/ 728762 w 1473373"/>
              <a:gd name="connsiteY2" fmla="*/ 250264 h 1122378"/>
              <a:gd name="connsiteX3" fmla="*/ 1473373 w 1473373"/>
              <a:gd name="connsiteY3" fmla="*/ 0 h 1122378"/>
              <a:gd name="connsiteX0" fmla="*/ 40 w 1473356"/>
              <a:gd name="connsiteY0" fmla="*/ 1122343 h 1122646"/>
              <a:gd name="connsiteX1" fmla="*/ 461017 w 1473356"/>
              <a:gd name="connsiteY1" fmla="*/ 982940 h 1122646"/>
              <a:gd name="connsiteX2" fmla="*/ 728745 w 1473356"/>
              <a:gd name="connsiteY2" fmla="*/ 250264 h 1122646"/>
              <a:gd name="connsiteX3" fmla="*/ 1473356 w 1473356"/>
              <a:gd name="connsiteY3" fmla="*/ 0 h 1122646"/>
              <a:gd name="connsiteX0" fmla="*/ 40 w 1473356"/>
              <a:gd name="connsiteY0" fmla="*/ 1122343 h 1122646"/>
              <a:gd name="connsiteX1" fmla="*/ 461017 w 1473356"/>
              <a:gd name="connsiteY1" fmla="*/ 982940 h 1122646"/>
              <a:gd name="connsiteX2" fmla="*/ 819132 w 1473356"/>
              <a:gd name="connsiteY2" fmla="*/ 174001 h 1122646"/>
              <a:gd name="connsiteX3" fmla="*/ 1473356 w 1473356"/>
              <a:gd name="connsiteY3" fmla="*/ 0 h 1122646"/>
              <a:gd name="connsiteX0" fmla="*/ 40 w 1473356"/>
              <a:gd name="connsiteY0" fmla="*/ 1122343 h 1122385"/>
              <a:gd name="connsiteX1" fmla="*/ 451978 w 1473356"/>
              <a:gd name="connsiteY1" fmla="*/ 906678 h 1122385"/>
              <a:gd name="connsiteX2" fmla="*/ 819132 w 1473356"/>
              <a:gd name="connsiteY2" fmla="*/ 174001 h 1122385"/>
              <a:gd name="connsiteX3" fmla="*/ 1473356 w 1473356"/>
              <a:gd name="connsiteY3" fmla="*/ 0 h 1122385"/>
              <a:gd name="connsiteX0" fmla="*/ 47 w 1473363"/>
              <a:gd name="connsiteY0" fmla="*/ 1122343 h 1122901"/>
              <a:gd name="connsiteX1" fmla="*/ 397752 w 1473363"/>
              <a:gd name="connsiteY1" fmla="*/ 991415 h 1122901"/>
              <a:gd name="connsiteX2" fmla="*/ 819139 w 1473363"/>
              <a:gd name="connsiteY2" fmla="*/ 174001 h 1122901"/>
              <a:gd name="connsiteX3" fmla="*/ 1473363 w 1473363"/>
              <a:gd name="connsiteY3" fmla="*/ 0 h 1122901"/>
              <a:gd name="connsiteX0" fmla="*/ 39 w 1473355"/>
              <a:gd name="connsiteY0" fmla="*/ 1122343 h 1122478"/>
              <a:gd name="connsiteX1" fmla="*/ 479093 w 1473355"/>
              <a:gd name="connsiteY1" fmla="*/ 965994 h 1122478"/>
              <a:gd name="connsiteX2" fmla="*/ 819131 w 1473355"/>
              <a:gd name="connsiteY2" fmla="*/ 174001 h 1122478"/>
              <a:gd name="connsiteX3" fmla="*/ 1473355 w 1473355"/>
              <a:gd name="connsiteY3" fmla="*/ 0 h 1122478"/>
              <a:gd name="connsiteX0" fmla="*/ 0 w 1473316"/>
              <a:gd name="connsiteY0" fmla="*/ 1122343 h 1122343"/>
              <a:gd name="connsiteX1" fmla="*/ 819092 w 1473316"/>
              <a:gd name="connsiteY1" fmla="*/ 174001 h 1122343"/>
              <a:gd name="connsiteX2" fmla="*/ 1473316 w 1473316"/>
              <a:gd name="connsiteY2" fmla="*/ 0 h 1122343"/>
              <a:gd name="connsiteX0" fmla="*/ 0 w 1473316"/>
              <a:gd name="connsiteY0" fmla="*/ 1122343 h 1122343"/>
              <a:gd name="connsiteX1" fmla="*/ 1473316 w 1473316"/>
              <a:gd name="connsiteY1" fmla="*/ 0 h 1122343"/>
              <a:gd name="connsiteX0" fmla="*/ 0 w 1744479"/>
              <a:gd name="connsiteY0" fmla="*/ 3819 h 3819"/>
              <a:gd name="connsiteX1" fmla="*/ 1744479 w 1744479"/>
              <a:gd name="connsiteY1" fmla="*/ 0 h 3819"/>
              <a:gd name="connsiteX0" fmla="*/ 0 w 5233"/>
              <a:gd name="connsiteY0" fmla="*/ 0 h 12189"/>
              <a:gd name="connsiteX1" fmla="*/ 5233 w 5233"/>
              <a:gd name="connsiteY1" fmla="*/ 12189 h 12189"/>
              <a:gd name="connsiteX0" fmla="*/ 0 w 10000"/>
              <a:gd name="connsiteY0" fmla="*/ 3514 h 3514"/>
              <a:gd name="connsiteX1" fmla="*/ 10000 w 10000"/>
              <a:gd name="connsiteY1" fmla="*/ 0 h 351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</a:cxnLst>
            <a:rect l="l" t="t" r="r" b="b"/>
            <a:pathLst>
              <a:path w="10000" h="3514">
                <a:moveTo>
                  <a:pt x="0" y="3514"/>
                </a:moveTo>
                <a:lnTo>
                  <a:pt x="10000" y="0"/>
                </a:lnTo>
              </a:path>
            </a:pathLst>
          </a:custGeom>
          <a:ln w="38100">
            <a:solidFill>
              <a:srgbClr val="CC2628"/>
            </a:solidFill>
            <a:headEnd type="none" w="med" len="med"/>
            <a:tailEnd type="triangle" w="med" len="med"/>
            <a:extLst>
              <a:ext uri="{C807C97D-BFC1-408E-A445-0C87EB9F89A2}">
                <ask:lineSketchStyleProps xmlns:ask="http://schemas.microsoft.com/office/drawing/2018/sketchyshapes" sd="1219033472">
                  <a:custGeom>
                    <a:avLst/>
                    <a:gdLst>
                      <a:gd name="connsiteX0" fmla="*/ 53 w 2014204"/>
                      <a:gd name="connsiteY0" fmla="*/ 1636661 h 1636858"/>
                      <a:gd name="connsiteX1" fmla="*/ 654961 w 2014204"/>
                      <a:gd name="connsiteY1" fmla="*/ 1408664 h 1636858"/>
                      <a:gd name="connsiteX2" fmla="*/ 1119823 w 2014204"/>
                      <a:gd name="connsiteY2" fmla="*/ 253737 h 1636858"/>
                      <a:gd name="connsiteX3" fmla="*/ 2014204 w 2014204"/>
                      <a:gd name="connsiteY3" fmla="*/ 0 h 1636858"/>
                    </a:gdLst>
                    <a:ahLst/>
                    <a:cxnLst>
                      <a:cxn ang="0">
                        <a:pos x="connsiteX0" y="connsiteY0"/>
                      </a:cxn>
                      <a:cxn ang="0">
                        <a:pos x="connsiteX1" y="connsiteY1"/>
                      </a:cxn>
                      <a:cxn ang="0">
                        <a:pos x="connsiteX2" y="connsiteY2"/>
                      </a:cxn>
                      <a:cxn ang="0">
                        <a:pos x="connsiteX3" y="connsiteY3"/>
                      </a:cxn>
                    </a:cxnLst>
                    <a:rect l="l" t="t" r="r" b="b"/>
                    <a:pathLst>
                      <a:path w="2014204" h="1636858" extrusionOk="0">
                        <a:moveTo>
                          <a:pt x="53" y="1636661"/>
                        </a:moveTo>
                        <a:cubicBezTo>
                          <a:pt x="-38609" y="1619813"/>
                          <a:pt x="483014" y="1627742"/>
                          <a:pt x="654961" y="1408664"/>
                        </a:cubicBezTo>
                        <a:cubicBezTo>
                          <a:pt x="840111" y="1225993"/>
                          <a:pt x="718019" y="518830"/>
                          <a:pt x="1119823" y="253737"/>
                        </a:cubicBezTo>
                        <a:cubicBezTo>
                          <a:pt x="1305534" y="-1726"/>
                          <a:pt x="1670340" y="49500"/>
                          <a:pt x="2014204" y="0"/>
                        </a:cubicBezTo>
                      </a:path>
                    </a:pathLst>
                  </a:custGeom>
                  <ask:type>
                    <ask:lineSketchNone/>
                  </ask:type>
                </ask:lineSketchStyleProps>
              </a:ext>
            </a:extLst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IL"/>
          </a:p>
        </p:txBody>
      </p:sp>
      <p:sp>
        <p:nvSpPr>
          <p:cNvPr id="11" name="Rounded Rectangular Callout 10">
            <a:extLst>
              <a:ext uri="{FF2B5EF4-FFF2-40B4-BE49-F238E27FC236}">
                <a16:creationId xmlns:a16="http://schemas.microsoft.com/office/drawing/2014/main" id="{EC589E93-EACE-3B33-5E81-D3D7F74BD2EA}"/>
              </a:ext>
            </a:extLst>
          </p:cNvPr>
          <p:cNvSpPr/>
          <p:nvPr/>
        </p:nvSpPr>
        <p:spPr>
          <a:xfrm>
            <a:off x="4200536" y="74455"/>
            <a:ext cx="2150076" cy="1272745"/>
          </a:xfrm>
          <a:prstGeom prst="wedgeRoundRectCallout">
            <a:avLst>
              <a:gd name="adj1" fmla="val -78304"/>
              <a:gd name="adj2" fmla="val 88713"/>
              <a:gd name="adj3" fmla="val 16667"/>
            </a:avLst>
          </a:prstGeom>
          <a:solidFill>
            <a:schemeClr val="bg1"/>
          </a:solidFill>
          <a:ln w="19050">
            <a:solidFill>
              <a:schemeClr val="accent3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L"/>
          </a:p>
        </p:txBody>
      </p:sp>
      <p:grpSp>
        <p:nvGrpSpPr>
          <p:cNvPr id="23" name="Group 22">
            <a:extLst>
              <a:ext uri="{FF2B5EF4-FFF2-40B4-BE49-F238E27FC236}">
                <a16:creationId xmlns:a16="http://schemas.microsoft.com/office/drawing/2014/main" id="{68D710F3-D001-03CC-DB9D-A1D813A75061}"/>
              </a:ext>
            </a:extLst>
          </p:cNvPr>
          <p:cNvGrpSpPr>
            <a:grpSpLocks noChangeAspect="1"/>
          </p:cNvGrpSpPr>
          <p:nvPr/>
        </p:nvGrpSpPr>
        <p:grpSpPr>
          <a:xfrm>
            <a:off x="4473493" y="293456"/>
            <a:ext cx="1604163" cy="900000"/>
            <a:chOff x="1135964" y="1582007"/>
            <a:chExt cx="5381368" cy="3019169"/>
          </a:xfrm>
        </p:grpSpPr>
        <p:cxnSp>
          <p:nvCxnSpPr>
            <p:cNvPr id="13" name="Straight Connector 12">
              <a:extLst>
                <a:ext uri="{FF2B5EF4-FFF2-40B4-BE49-F238E27FC236}">
                  <a16:creationId xmlns:a16="http://schemas.microsoft.com/office/drawing/2014/main" id="{E8510B40-B9BB-7EF4-3D38-AB7C40F5AE1F}"/>
                </a:ext>
              </a:extLst>
            </p:cNvPr>
            <p:cNvCxnSpPr>
              <a:cxnSpLocks/>
            </p:cNvCxnSpPr>
            <p:nvPr/>
          </p:nvCxnSpPr>
          <p:spPr>
            <a:xfrm>
              <a:off x="1135964" y="1582007"/>
              <a:ext cx="5369011" cy="0"/>
            </a:xfrm>
            <a:prstGeom prst="line">
              <a:avLst/>
            </a:prstGeom>
            <a:ln w="28575"/>
          </p:spPr>
          <p:style>
            <a:lnRef idx="3">
              <a:schemeClr val="accent3"/>
            </a:lnRef>
            <a:fillRef idx="0">
              <a:schemeClr val="accent3"/>
            </a:fillRef>
            <a:effectRef idx="2">
              <a:schemeClr val="accent3"/>
            </a:effectRef>
            <a:fontRef idx="minor">
              <a:schemeClr val="tx1"/>
            </a:fontRef>
          </p:style>
        </p:cxnSp>
        <p:pic>
          <p:nvPicPr>
            <p:cNvPr id="14" name="Picture 13">
              <a:extLst>
                <a:ext uri="{FF2B5EF4-FFF2-40B4-BE49-F238E27FC236}">
                  <a16:creationId xmlns:a16="http://schemas.microsoft.com/office/drawing/2014/main" id="{E36A6F2A-2F70-F0BA-3352-80659CE2E084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2"/>
            <a:srcRect l="12076" t="13303" r="68109" b="30792"/>
            <a:stretch/>
          </p:blipFill>
          <p:spPr>
            <a:xfrm rot="5400000">
              <a:off x="2151402" y="1180879"/>
              <a:ext cx="1099752" cy="2456593"/>
            </a:xfrm>
            <a:prstGeom prst="rect">
              <a:avLst/>
            </a:prstGeom>
          </p:spPr>
        </p:pic>
        <p:cxnSp>
          <p:nvCxnSpPr>
            <p:cNvPr id="16" name="Straight Connector 15">
              <a:extLst>
                <a:ext uri="{FF2B5EF4-FFF2-40B4-BE49-F238E27FC236}">
                  <a16:creationId xmlns:a16="http://schemas.microsoft.com/office/drawing/2014/main" id="{834A7926-63BF-9D4F-C063-1224C4F1114A}"/>
                </a:ext>
              </a:extLst>
            </p:cNvPr>
            <p:cNvCxnSpPr>
              <a:cxnSpLocks/>
            </p:cNvCxnSpPr>
            <p:nvPr/>
          </p:nvCxnSpPr>
          <p:spPr>
            <a:xfrm>
              <a:off x="1135964" y="4601176"/>
              <a:ext cx="5369011" cy="0"/>
            </a:xfrm>
            <a:prstGeom prst="line">
              <a:avLst/>
            </a:prstGeom>
            <a:ln w="28575"/>
          </p:spPr>
          <p:style>
            <a:lnRef idx="3">
              <a:schemeClr val="accent3"/>
            </a:lnRef>
            <a:fillRef idx="0">
              <a:schemeClr val="accent3"/>
            </a:fillRef>
            <a:effectRef idx="2">
              <a:schemeClr val="accent3"/>
            </a:effectRef>
            <a:fontRef idx="minor">
              <a:schemeClr val="tx1"/>
            </a:fontRef>
          </p:style>
        </p:cxnSp>
        <p:cxnSp>
          <p:nvCxnSpPr>
            <p:cNvPr id="17" name="Straight Connector 16">
              <a:extLst>
                <a:ext uri="{FF2B5EF4-FFF2-40B4-BE49-F238E27FC236}">
                  <a16:creationId xmlns:a16="http://schemas.microsoft.com/office/drawing/2014/main" id="{B7C40B8E-EE6E-A425-4C34-ED113153CBF1}"/>
                </a:ext>
              </a:extLst>
            </p:cNvPr>
            <p:cNvCxnSpPr>
              <a:cxnSpLocks/>
            </p:cNvCxnSpPr>
            <p:nvPr/>
          </p:nvCxnSpPr>
          <p:spPr>
            <a:xfrm>
              <a:off x="1148321" y="3143077"/>
              <a:ext cx="5369011" cy="0"/>
            </a:xfrm>
            <a:prstGeom prst="line">
              <a:avLst/>
            </a:prstGeom>
            <a:ln w="19050">
              <a:prstDash val="dash"/>
            </a:ln>
          </p:spPr>
          <p:style>
            <a:lnRef idx="3">
              <a:schemeClr val="accent3"/>
            </a:lnRef>
            <a:fillRef idx="0">
              <a:schemeClr val="accent3"/>
            </a:fillRef>
            <a:effectRef idx="2">
              <a:schemeClr val="accent3"/>
            </a:effectRef>
            <a:fontRef idx="minor">
              <a:schemeClr val="tx1"/>
            </a:fontRef>
          </p:style>
        </p:cxnSp>
        <p:pic>
          <p:nvPicPr>
            <p:cNvPr id="15" name="Picture 14">
              <a:extLst>
                <a:ext uri="{FF2B5EF4-FFF2-40B4-BE49-F238E27FC236}">
                  <a16:creationId xmlns:a16="http://schemas.microsoft.com/office/drawing/2014/main" id="{6F3389DE-4F4C-F3A9-76BB-B3F915DDC7F7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2"/>
            <a:srcRect l="68554" t="12646" r="9627" b="31449"/>
            <a:stretch/>
          </p:blipFill>
          <p:spPr>
            <a:xfrm rot="5400000">
              <a:off x="4552392" y="2100997"/>
              <a:ext cx="1210962" cy="2456593"/>
            </a:xfrm>
            <a:prstGeom prst="rect">
              <a:avLst/>
            </a:prstGeom>
          </p:spPr>
        </p:pic>
      </p:grpSp>
      <p:sp>
        <p:nvSpPr>
          <p:cNvPr id="25" name="Rounded Rectangular Callout 24">
            <a:extLst>
              <a:ext uri="{FF2B5EF4-FFF2-40B4-BE49-F238E27FC236}">
                <a16:creationId xmlns:a16="http://schemas.microsoft.com/office/drawing/2014/main" id="{CECF3D8A-4A17-A151-4361-71761BB70770}"/>
              </a:ext>
            </a:extLst>
          </p:cNvPr>
          <p:cNvSpPr/>
          <p:nvPr/>
        </p:nvSpPr>
        <p:spPr>
          <a:xfrm>
            <a:off x="3927580" y="4686646"/>
            <a:ext cx="2150076" cy="1272745"/>
          </a:xfrm>
          <a:prstGeom prst="wedgeRoundRectCallout">
            <a:avLst>
              <a:gd name="adj1" fmla="val -46695"/>
              <a:gd name="adj2" fmla="val -116141"/>
              <a:gd name="adj3" fmla="val 16667"/>
            </a:avLst>
          </a:prstGeom>
          <a:solidFill>
            <a:schemeClr val="bg1"/>
          </a:solidFill>
          <a:ln w="19050">
            <a:solidFill>
              <a:schemeClr val="accent3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L"/>
          </a:p>
        </p:txBody>
      </p:sp>
      <p:grpSp>
        <p:nvGrpSpPr>
          <p:cNvPr id="26" name="Group 25">
            <a:extLst>
              <a:ext uri="{FF2B5EF4-FFF2-40B4-BE49-F238E27FC236}">
                <a16:creationId xmlns:a16="http://schemas.microsoft.com/office/drawing/2014/main" id="{2FD33346-4D82-38A2-8E75-4FAF0AFB0265}"/>
              </a:ext>
            </a:extLst>
          </p:cNvPr>
          <p:cNvGrpSpPr>
            <a:grpSpLocks noChangeAspect="1"/>
          </p:cNvGrpSpPr>
          <p:nvPr/>
        </p:nvGrpSpPr>
        <p:grpSpPr>
          <a:xfrm>
            <a:off x="4200537" y="4905647"/>
            <a:ext cx="1604163" cy="900000"/>
            <a:chOff x="1135964" y="1582007"/>
            <a:chExt cx="5381368" cy="3019169"/>
          </a:xfrm>
        </p:grpSpPr>
        <p:cxnSp>
          <p:nvCxnSpPr>
            <p:cNvPr id="27" name="Straight Connector 26">
              <a:extLst>
                <a:ext uri="{FF2B5EF4-FFF2-40B4-BE49-F238E27FC236}">
                  <a16:creationId xmlns:a16="http://schemas.microsoft.com/office/drawing/2014/main" id="{5D6CB3B8-7886-C1A1-7400-AD3AAB6549D5}"/>
                </a:ext>
              </a:extLst>
            </p:cNvPr>
            <p:cNvCxnSpPr>
              <a:cxnSpLocks/>
            </p:cNvCxnSpPr>
            <p:nvPr/>
          </p:nvCxnSpPr>
          <p:spPr>
            <a:xfrm>
              <a:off x="1135964" y="1582007"/>
              <a:ext cx="5369011" cy="0"/>
            </a:xfrm>
            <a:prstGeom prst="line">
              <a:avLst/>
            </a:prstGeom>
            <a:ln w="28575"/>
          </p:spPr>
          <p:style>
            <a:lnRef idx="3">
              <a:schemeClr val="accent3"/>
            </a:lnRef>
            <a:fillRef idx="0">
              <a:schemeClr val="accent3"/>
            </a:fillRef>
            <a:effectRef idx="2">
              <a:schemeClr val="accent3"/>
            </a:effectRef>
            <a:fontRef idx="minor">
              <a:schemeClr val="tx1"/>
            </a:fontRef>
          </p:style>
        </p:cxnSp>
        <p:pic>
          <p:nvPicPr>
            <p:cNvPr id="28" name="Picture 27">
              <a:extLst>
                <a:ext uri="{FF2B5EF4-FFF2-40B4-BE49-F238E27FC236}">
                  <a16:creationId xmlns:a16="http://schemas.microsoft.com/office/drawing/2014/main" id="{C9FA242C-8416-2F7B-1AF3-CF421E328C66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2"/>
            <a:srcRect l="12076" t="13303" r="68109" b="30792"/>
            <a:stretch/>
          </p:blipFill>
          <p:spPr>
            <a:xfrm rot="5400000">
              <a:off x="4726802" y="1213660"/>
              <a:ext cx="1099752" cy="2456593"/>
            </a:xfrm>
            <a:prstGeom prst="rect">
              <a:avLst/>
            </a:prstGeom>
          </p:spPr>
        </p:pic>
        <p:cxnSp>
          <p:nvCxnSpPr>
            <p:cNvPr id="29" name="Straight Connector 28">
              <a:extLst>
                <a:ext uri="{FF2B5EF4-FFF2-40B4-BE49-F238E27FC236}">
                  <a16:creationId xmlns:a16="http://schemas.microsoft.com/office/drawing/2014/main" id="{4A32F744-2172-0B50-336B-C0A63ECCB854}"/>
                </a:ext>
              </a:extLst>
            </p:cNvPr>
            <p:cNvCxnSpPr>
              <a:cxnSpLocks/>
            </p:cNvCxnSpPr>
            <p:nvPr/>
          </p:nvCxnSpPr>
          <p:spPr>
            <a:xfrm>
              <a:off x="1135964" y="4601176"/>
              <a:ext cx="5369011" cy="0"/>
            </a:xfrm>
            <a:prstGeom prst="line">
              <a:avLst/>
            </a:prstGeom>
            <a:ln w="28575"/>
          </p:spPr>
          <p:style>
            <a:lnRef idx="3">
              <a:schemeClr val="accent3"/>
            </a:lnRef>
            <a:fillRef idx="0">
              <a:schemeClr val="accent3"/>
            </a:fillRef>
            <a:effectRef idx="2">
              <a:schemeClr val="accent3"/>
            </a:effectRef>
            <a:fontRef idx="minor">
              <a:schemeClr val="tx1"/>
            </a:fontRef>
          </p:style>
        </p:cxnSp>
        <p:cxnSp>
          <p:nvCxnSpPr>
            <p:cNvPr id="30" name="Straight Connector 29">
              <a:extLst>
                <a:ext uri="{FF2B5EF4-FFF2-40B4-BE49-F238E27FC236}">
                  <a16:creationId xmlns:a16="http://schemas.microsoft.com/office/drawing/2014/main" id="{CA8020AB-8039-C491-BDFF-E285B940936A}"/>
                </a:ext>
              </a:extLst>
            </p:cNvPr>
            <p:cNvCxnSpPr>
              <a:cxnSpLocks/>
            </p:cNvCxnSpPr>
            <p:nvPr/>
          </p:nvCxnSpPr>
          <p:spPr>
            <a:xfrm>
              <a:off x="1148321" y="3143077"/>
              <a:ext cx="5369011" cy="0"/>
            </a:xfrm>
            <a:prstGeom prst="line">
              <a:avLst/>
            </a:prstGeom>
            <a:ln w="19050">
              <a:prstDash val="dash"/>
            </a:ln>
          </p:spPr>
          <p:style>
            <a:lnRef idx="3">
              <a:schemeClr val="accent3"/>
            </a:lnRef>
            <a:fillRef idx="0">
              <a:schemeClr val="accent3"/>
            </a:fillRef>
            <a:effectRef idx="2">
              <a:schemeClr val="accent3"/>
            </a:effectRef>
            <a:fontRef idx="minor">
              <a:schemeClr val="tx1"/>
            </a:fontRef>
          </p:style>
        </p:cxnSp>
        <p:pic>
          <p:nvPicPr>
            <p:cNvPr id="31" name="Picture 30">
              <a:extLst>
                <a:ext uri="{FF2B5EF4-FFF2-40B4-BE49-F238E27FC236}">
                  <a16:creationId xmlns:a16="http://schemas.microsoft.com/office/drawing/2014/main" id="{03DBEB2C-55AC-2FE3-0318-C69904993478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2"/>
            <a:srcRect l="68554" t="12646" r="9627" b="31449"/>
            <a:stretch/>
          </p:blipFill>
          <p:spPr>
            <a:xfrm rot="5400000">
              <a:off x="1986690" y="2038353"/>
              <a:ext cx="1210962" cy="2456593"/>
            </a:xfrm>
            <a:prstGeom prst="rect">
              <a:avLst/>
            </a:prstGeom>
          </p:spPr>
        </p:pic>
      </p:grpSp>
    </p:spTree>
    <p:extLst>
      <p:ext uri="{BB962C8B-B14F-4D97-AF65-F5344CB8AC3E}">
        <p14:creationId xmlns:p14="http://schemas.microsoft.com/office/powerpoint/2010/main" val="1839217160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8" name="Straight Connector 7">
            <a:extLst>
              <a:ext uri="{FF2B5EF4-FFF2-40B4-BE49-F238E27FC236}">
                <a16:creationId xmlns:a16="http://schemas.microsoft.com/office/drawing/2014/main" id="{AA31385C-1985-6307-A036-3D0970F3D4D9}"/>
              </a:ext>
            </a:extLst>
          </p:cNvPr>
          <p:cNvCxnSpPr>
            <a:cxnSpLocks/>
          </p:cNvCxnSpPr>
          <p:nvPr/>
        </p:nvCxnSpPr>
        <p:spPr>
          <a:xfrm>
            <a:off x="1986670" y="2096869"/>
            <a:ext cx="4215714" cy="0"/>
          </a:xfrm>
          <a:prstGeom prst="line">
            <a:avLst/>
          </a:prstGeom>
          <a:ln w="76200"/>
        </p:spPr>
        <p:style>
          <a:lnRef idx="3">
            <a:schemeClr val="accent3"/>
          </a:lnRef>
          <a:fillRef idx="0">
            <a:schemeClr val="accent3"/>
          </a:fillRef>
          <a:effectRef idx="2">
            <a:schemeClr val="accent3"/>
          </a:effectRef>
          <a:fontRef idx="minor">
            <a:schemeClr val="tx1"/>
          </a:fontRef>
        </p:style>
      </p:cxnSp>
      <p:cxnSp>
        <p:nvCxnSpPr>
          <p:cNvPr id="3" name="Straight Connector 2">
            <a:extLst>
              <a:ext uri="{FF2B5EF4-FFF2-40B4-BE49-F238E27FC236}">
                <a16:creationId xmlns:a16="http://schemas.microsoft.com/office/drawing/2014/main" id="{971C2CF8-1650-73BB-1555-4DF037414495}"/>
              </a:ext>
            </a:extLst>
          </p:cNvPr>
          <p:cNvCxnSpPr>
            <a:cxnSpLocks/>
          </p:cNvCxnSpPr>
          <p:nvPr/>
        </p:nvCxnSpPr>
        <p:spPr>
          <a:xfrm>
            <a:off x="1986670" y="3460232"/>
            <a:ext cx="4215714" cy="0"/>
          </a:xfrm>
          <a:prstGeom prst="line">
            <a:avLst/>
          </a:prstGeom>
          <a:ln w="76200"/>
        </p:spPr>
        <p:style>
          <a:lnRef idx="3">
            <a:schemeClr val="accent3"/>
          </a:lnRef>
          <a:fillRef idx="0">
            <a:schemeClr val="accent3"/>
          </a:fillRef>
          <a:effectRef idx="2">
            <a:schemeClr val="accent3"/>
          </a:effectRef>
          <a:fontRef idx="minor">
            <a:schemeClr val="tx1"/>
          </a:fontRef>
        </p:style>
      </p:cxnSp>
      <p:cxnSp>
        <p:nvCxnSpPr>
          <p:cNvPr id="6" name="Straight Connector 5">
            <a:extLst>
              <a:ext uri="{FF2B5EF4-FFF2-40B4-BE49-F238E27FC236}">
                <a16:creationId xmlns:a16="http://schemas.microsoft.com/office/drawing/2014/main" id="{7BA52CAF-B0E3-A068-A550-7D483C1CEDC0}"/>
              </a:ext>
            </a:extLst>
          </p:cNvPr>
          <p:cNvCxnSpPr>
            <a:cxnSpLocks/>
          </p:cNvCxnSpPr>
          <p:nvPr/>
        </p:nvCxnSpPr>
        <p:spPr>
          <a:xfrm>
            <a:off x="7495725" y="2096869"/>
            <a:ext cx="1511643" cy="0"/>
          </a:xfrm>
          <a:prstGeom prst="line">
            <a:avLst/>
          </a:prstGeom>
          <a:ln w="76200"/>
        </p:spPr>
        <p:style>
          <a:lnRef idx="3">
            <a:schemeClr val="accent3"/>
          </a:lnRef>
          <a:fillRef idx="0">
            <a:schemeClr val="accent3"/>
          </a:fillRef>
          <a:effectRef idx="2">
            <a:schemeClr val="accent3"/>
          </a:effectRef>
          <a:fontRef idx="minor">
            <a:schemeClr val="tx1"/>
          </a:fontRef>
        </p:style>
      </p:cxnSp>
      <p:cxnSp>
        <p:nvCxnSpPr>
          <p:cNvPr id="20" name="Straight Connector 19">
            <a:extLst>
              <a:ext uri="{FF2B5EF4-FFF2-40B4-BE49-F238E27FC236}">
                <a16:creationId xmlns:a16="http://schemas.microsoft.com/office/drawing/2014/main" id="{9178AFE9-4F1C-14CB-F0B6-E0241A6E6CFE}"/>
              </a:ext>
            </a:extLst>
          </p:cNvPr>
          <p:cNvCxnSpPr>
            <a:cxnSpLocks/>
          </p:cNvCxnSpPr>
          <p:nvPr/>
        </p:nvCxnSpPr>
        <p:spPr>
          <a:xfrm>
            <a:off x="7527646" y="3460232"/>
            <a:ext cx="0" cy="3397768"/>
          </a:xfrm>
          <a:prstGeom prst="line">
            <a:avLst/>
          </a:prstGeom>
          <a:ln w="76200"/>
        </p:spPr>
        <p:style>
          <a:lnRef idx="3">
            <a:schemeClr val="accent3"/>
          </a:lnRef>
          <a:fillRef idx="0">
            <a:schemeClr val="accent3"/>
          </a:fillRef>
          <a:effectRef idx="2">
            <a:schemeClr val="accent3"/>
          </a:effectRef>
          <a:fontRef idx="minor">
            <a:schemeClr val="tx1"/>
          </a:fontRef>
        </p:style>
      </p:cxnSp>
      <p:cxnSp>
        <p:nvCxnSpPr>
          <p:cNvPr id="21" name="Straight Connector 20">
            <a:extLst>
              <a:ext uri="{FF2B5EF4-FFF2-40B4-BE49-F238E27FC236}">
                <a16:creationId xmlns:a16="http://schemas.microsoft.com/office/drawing/2014/main" id="{A603596C-2FCC-7F5C-D45C-BB40ADF68196}"/>
              </a:ext>
            </a:extLst>
          </p:cNvPr>
          <p:cNvCxnSpPr>
            <a:cxnSpLocks/>
          </p:cNvCxnSpPr>
          <p:nvPr/>
        </p:nvCxnSpPr>
        <p:spPr>
          <a:xfrm flipH="1">
            <a:off x="6173553" y="3435518"/>
            <a:ext cx="3089" cy="3422482"/>
          </a:xfrm>
          <a:prstGeom prst="line">
            <a:avLst/>
          </a:prstGeom>
          <a:ln w="76200"/>
        </p:spPr>
        <p:style>
          <a:lnRef idx="3">
            <a:schemeClr val="accent3"/>
          </a:lnRef>
          <a:fillRef idx="0">
            <a:schemeClr val="accent3"/>
          </a:fillRef>
          <a:effectRef idx="2">
            <a:schemeClr val="accent3"/>
          </a:effectRef>
          <a:fontRef idx="minor">
            <a:schemeClr val="tx1"/>
          </a:fontRef>
        </p:style>
      </p:cxnSp>
      <p:cxnSp>
        <p:nvCxnSpPr>
          <p:cNvPr id="22" name="Straight Connector 21">
            <a:extLst>
              <a:ext uri="{FF2B5EF4-FFF2-40B4-BE49-F238E27FC236}">
                <a16:creationId xmlns:a16="http://schemas.microsoft.com/office/drawing/2014/main" id="{7B54B48E-F7E6-C42F-3B4D-520D9B610808}"/>
              </a:ext>
            </a:extLst>
          </p:cNvPr>
          <p:cNvCxnSpPr>
            <a:cxnSpLocks/>
          </p:cNvCxnSpPr>
          <p:nvPr/>
        </p:nvCxnSpPr>
        <p:spPr>
          <a:xfrm flipH="1">
            <a:off x="7527647" y="321957"/>
            <a:ext cx="3089" cy="1774912"/>
          </a:xfrm>
          <a:prstGeom prst="line">
            <a:avLst/>
          </a:prstGeom>
          <a:ln w="76200"/>
        </p:spPr>
        <p:style>
          <a:lnRef idx="3">
            <a:schemeClr val="accent3"/>
          </a:lnRef>
          <a:fillRef idx="0">
            <a:schemeClr val="accent3"/>
          </a:fillRef>
          <a:effectRef idx="2">
            <a:schemeClr val="accent3"/>
          </a:effectRef>
          <a:fontRef idx="minor">
            <a:schemeClr val="tx1"/>
          </a:fontRef>
        </p:style>
      </p:cxnSp>
      <p:cxnSp>
        <p:nvCxnSpPr>
          <p:cNvPr id="32" name="Straight Connector 31">
            <a:extLst>
              <a:ext uri="{FF2B5EF4-FFF2-40B4-BE49-F238E27FC236}">
                <a16:creationId xmlns:a16="http://schemas.microsoft.com/office/drawing/2014/main" id="{BF9D095E-6EF0-3775-ECB0-BDB03BE974C0}"/>
              </a:ext>
            </a:extLst>
          </p:cNvPr>
          <p:cNvCxnSpPr>
            <a:cxnSpLocks/>
          </p:cNvCxnSpPr>
          <p:nvPr/>
        </p:nvCxnSpPr>
        <p:spPr>
          <a:xfrm flipH="1">
            <a:off x="6173553" y="321957"/>
            <a:ext cx="3089" cy="1774912"/>
          </a:xfrm>
          <a:prstGeom prst="line">
            <a:avLst/>
          </a:prstGeom>
          <a:ln w="76200"/>
        </p:spPr>
        <p:style>
          <a:lnRef idx="3">
            <a:schemeClr val="accent3"/>
          </a:lnRef>
          <a:fillRef idx="0">
            <a:schemeClr val="accent3"/>
          </a:fillRef>
          <a:effectRef idx="2">
            <a:schemeClr val="accent3"/>
          </a:effectRef>
          <a:fontRef idx="minor">
            <a:schemeClr val="tx1"/>
          </a:fontRef>
        </p:style>
      </p:cxnSp>
      <p:cxnSp>
        <p:nvCxnSpPr>
          <p:cNvPr id="36" name="Straight Connector 35">
            <a:extLst>
              <a:ext uri="{FF2B5EF4-FFF2-40B4-BE49-F238E27FC236}">
                <a16:creationId xmlns:a16="http://schemas.microsoft.com/office/drawing/2014/main" id="{E9885A83-3391-41AF-5B5B-0405496E9028}"/>
              </a:ext>
            </a:extLst>
          </p:cNvPr>
          <p:cNvCxnSpPr>
            <a:cxnSpLocks/>
          </p:cNvCxnSpPr>
          <p:nvPr/>
        </p:nvCxnSpPr>
        <p:spPr>
          <a:xfrm>
            <a:off x="7495724" y="3460232"/>
            <a:ext cx="1511643" cy="0"/>
          </a:xfrm>
          <a:prstGeom prst="line">
            <a:avLst/>
          </a:prstGeom>
          <a:ln w="76200"/>
        </p:spPr>
        <p:style>
          <a:lnRef idx="3">
            <a:schemeClr val="accent3"/>
          </a:lnRef>
          <a:fillRef idx="0">
            <a:schemeClr val="accent3"/>
          </a:fillRef>
          <a:effectRef idx="2">
            <a:schemeClr val="accent3"/>
          </a:effectRef>
          <a:fontRef idx="minor">
            <a:schemeClr val="tx1"/>
          </a:fontRef>
        </p:style>
      </p:cxnSp>
      <p:pic>
        <p:nvPicPr>
          <p:cNvPr id="37" name="Picture 36">
            <a:extLst>
              <a:ext uri="{FF2B5EF4-FFF2-40B4-BE49-F238E27FC236}">
                <a16:creationId xmlns:a16="http://schemas.microsoft.com/office/drawing/2014/main" id="{D3302DA8-9185-3A18-ADAC-DE809F80A073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l="68554" t="12646" r="9627" b="31449"/>
          <a:stretch/>
        </p:blipFill>
        <p:spPr>
          <a:xfrm>
            <a:off x="6909815" y="2865081"/>
            <a:ext cx="429936" cy="872181"/>
          </a:xfrm>
          <a:prstGeom prst="rect">
            <a:avLst/>
          </a:prstGeom>
        </p:spPr>
      </p:pic>
      <p:pic>
        <p:nvPicPr>
          <p:cNvPr id="42" name="Picture 41">
            <a:extLst>
              <a:ext uri="{FF2B5EF4-FFF2-40B4-BE49-F238E27FC236}">
                <a16:creationId xmlns:a16="http://schemas.microsoft.com/office/drawing/2014/main" id="{17942D23-F9C5-02E6-AFB7-901863F6DCEC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l="12076" t="13303" r="68109" b="30792"/>
          <a:stretch/>
        </p:blipFill>
        <p:spPr>
          <a:xfrm rot="5400000">
            <a:off x="2227534" y="1964065"/>
            <a:ext cx="390452" cy="872181"/>
          </a:xfrm>
          <a:prstGeom prst="rect">
            <a:avLst/>
          </a:prstGeom>
        </p:spPr>
      </p:pic>
      <p:pic>
        <p:nvPicPr>
          <p:cNvPr id="47" name="Picture 46">
            <a:extLst>
              <a:ext uri="{FF2B5EF4-FFF2-40B4-BE49-F238E27FC236}">
                <a16:creationId xmlns:a16="http://schemas.microsoft.com/office/drawing/2014/main" id="{7B77D4A9-6D04-D961-5DB1-88E1591EEB03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l="12076" t="13303" r="68109" b="30792"/>
          <a:stretch/>
        </p:blipFill>
        <p:spPr>
          <a:xfrm rot="5400000">
            <a:off x="3018699" y="2350924"/>
            <a:ext cx="390452" cy="872181"/>
          </a:xfrm>
          <a:prstGeom prst="rect">
            <a:avLst/>
          </a:prstGeom>
        </p:spPr>
      </p:pic>
      <p:pic>
        <p:nvPicPr>
          <p:cNvPr id="48" name="Picture 47">
            <a:extLst>
              <a:ext uri="{FF2B5EF4-FFF2-40B4-BE49-F238E27FC236}">
                <a16:creationId xmlns:a16="http://schemas.microsoft.com/office/drawing/2014/main" id="{3AB80260-0EE1-4D78-BFA7-718D1FDBB5AC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l="12076" t="13303" r="68109" b="30792"/>
          <a:stretch/>
        </p:blipFill>
        <p:spPr>
          <a:xfrm rot="5400000">
            <a:off x="3899300" y="2201265"/>
            <a:ext cx="390452" cy="872181"/>
          </a:xfrm>
          <a:prstGeom prst="rect">
            <a:avLst/>
          </a:prstGeom>
        </p:spPr>
      </p:pic>
      <p:pic>
        <p:nvPicPr>
          <p:cNvPr id="49" name="Picture 48">
            <a:extLst>
              <a:ext uri="{FF2B5EF4-FFF2-40B4-BE49-F238E27FC236}">
                <a16:creationId xmlns:a16="http://schemas.microsoft.com/office/drawing/2014/main" id="{7DDDDD43-F506-E047-1140-A4736FFDA506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l="12076" t="13303" r="68109" b="30792"/>
          <a:stretch/>
        </p:blipFill>
        <p:spPr>
          <a:xfrm rot="5400000">
            <a:off x="4515532" y="2624217"/>
            <a:ext cx="390452" cy="872181"/>
          </a:xfrm>
          <a:prstGeom prst="rect">
            <a:avLst/>
          </a:prstGeom>
        </p:spPr>
      </p:pic>
      <p:pic>
        <p:nvPicPr>
          <p:cNvPr id="50" name="Picture 49">
            <a:extLst>
              <a:ext uri="{FF2B5EF4-FFF2-40B4-BE49-F238E27FC236}">
                <a16:creationId xmlns:a16="http://schemas.microsoft.com/office/drawing/2014/main" id="{46D2B874-63AA-FF51-3508-03A987516335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l="12076" t="13303" r="68109" b="30792"/>
          <a:stretch/>
        </p:blipFill>
        <p:spPr>
          <a:xfrm rot="5400000">
            <a:off x="5134974" y="2159291"/>
            <a:ext cx="390452" cy="872181"/>
          </a:xfrm>
          <a:prstGeom prst="rect">
            <a:avLst/>
          </a:prstGeom>
        </p:spPr>
      </p:pic>
      <p:pic>
        <p:nvPicPr>
          <p:cNvPr id="51" name="Picture 50">
            <a:extLst>
              <a:ext uri="{FF2B5EF4-FFF2-40B4-BE49-F238E27FC236}">
                <a16:creationId xmlns:a16="http://schemas.microsoft.com/office/drawing/2014/main" id="{3D804E04-DC96-2E8D-1ED7-072B36BD065C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l="12076" t="13303" r="68109" b="30792"/>
          <a:stretch/>
        </p:blipFill>
        <p:spPr>
          <a:xfrm rot="5400000">
            <a:off x="5823804" y="2591717"/>
            <a:ext cx="390452" cy="872181"/>
          </a:xfrm>
          <a:prstGeom prst="rect">
            <a:avLst/>
          </a:prstGeom>
        </p:spPr>
      </p:pic>
      <p:pic>
        <p:nvPicPr>
          <p:cNvPr id="52" name="Picture 51">
            <a:extLst>
              <a:ext uri="{FF2B5EF4-FFF2-40B4-BE49-F238E27FC236}">
                <a16:creationId xmlns:a16="http://schemas.microsoft.com/office/drawing/2014/main" id="{9D05EFA7-4B31-087C-B7F3-EA27341CC3D4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l="12076" t="13303" r="68109" b="30792"/>
          <a:stretch/>
        </p:blipFill>
        <p:spPr>
          <a:xfrm rot="5400000">
            <a:off x="7877698" y="2763217"/>
            <a:ext cx="390452" cy="872181"/>
          </a:xfrm>
          <a:prstGeom prst="rect">
            <a:avLst/>
          </a:prstGeom>
        </p:spPr>
      </p:pic>
      <p:pic>
        <p:nvPicPr>
          <p:cNvPr id="54" name="Picture 53">
            <a:extLst>
              <a:ext uri="{FF2B5EF4-FFF2-40B4-BE49-F238E27FC236}">
                <a16:creationId xmlns:a16="http://schemas.microsoft.com/office/drawing/2014/main" id="{F0B34C07-3DF7-F8B2-4488-967A191F563B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l="12076" t="13303" r="68109" b="30792"/>
          <a:stretch/>
        </p:blipFill>
        <p:spPr>
          <a:xfrm rot="5400000">
            <a:off x="8492408" y="2147236"/>
            <a:ext cx="390452" cy="872181"/>
          </a:xfrm>
          <a:prstGeom prst="rect">
            <a:avLst/>
          </a:prstGeom>
        </p:spPr>
      </p:pic>
      <p:pic>
        <p:nvPicPr>
          <p:cNvPr id="59" name="Picture 58">
            <a:extLst>
              <a:ext uri="{FF2B5EF4-FFF2-40B4-BE49-F238E27FC236}">
                <a16:creationId xmlns:a16="http://schemas.microsoft.com/office/drawing/2014/main" id="{788AD050-EF06-4DBF-FA10-256F941A2E3F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l="68554" t="12646" r="9627" b="31449"/>
          <a:stretch/>
        </p:blipFill>
        <p:spPr>
          <a:xfrm>
            <a:off x="6419118" y="1503323"/>
            <a:ext cx="429936" cy="872181"/>
          </a:xfrm>
          <a:prstGeom prst="rect">
            <a:avLst/>
          </a:prstGeom>
        </p:spPr>
      </p:pic>
      <p:pic>
        <p:nvPicPr>
          <p:cNvPr id="60" name="Picture 59">
            <a:extLst>
              <a:ext uri="{FF2B5EF4-FFF2-40B4-BE49-F238E27FC236}">
                <a16:creationId xmlns:a16="http://schemas.microsoft.com/office/drawing/2014/main" id="{F9E92BF3-F933-C84D-7B13-D6DECD9FA30A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l="68554" t="12646" r="9627" b="31449"/>
          <a:stretch/>
        </p:blipFill>
        <p:spPr>
          <a:xfrm>
            <a:off x="6876295" y="602649"/>
            <a:ext cx="429936" cy="872181"/>
          </a:xfrm>
          <a:prstGeom prst="rect">
            <a:avLst/>
          </a:prstGeom>
        </p:spPr>
      </p:pic>
      <p:pic>
        <p:nvPicPr>
          <p:cNvPr id="61" name="Picture 60">
            <a:extLst>
              <a:ext uri="{FF2B5EF4-FFF2-40B4-BE49-F238E27FC236}">
                <a16:creationId xmlns:a16="http://schemas.microsoft.com/office/drawing/2014/main" id="{63E4CE59-CDDD-90E8-A80B-714CEF84C655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l="68554" t="12646" r="9627" b="31449"/>
          <a:stretch/>
        </p:blipFill>
        <p:spPr>
          <a:xfrm>
            <a:off x="6634086" y="3765755"/>
            <a:ext cx="429936" cy="872181"/>
          </a:xfrm>
          <a:prstGeom prst="rect">
            <a:avLst/>
          </a:prstGeom>
        </p:spPr>
      </p:pic>
      <p:pic>
        <p:nvPicPr>
          <p:cNvPr id="62" name="Picture 61">
            <a:extLst>
              <a:ext uri="{FF2B5EF4-FFF2-40B4-BE49-F238E27FC236}">
                <a16:creationId xmlns:a16="http://schemas.microsoft.com/office/drawing/2014/main" id="{64EA1F11-1BEB-B3D8-8C43-68ABF73F30F9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l="68554" t="12646" r="9627" b="31449"/>
          <a:stretch/>
        </p:blipFill>
        <p:spPr>
          <a:xfrm>
            <a:off x="7042405" y="4723026"/>
            <a:ext cx="429936" cy="872181"/>
          </a:xfrm>
          <a:prstGeom prst="rect">
            <a:avLst/>
          </a:prstGeom>
        </p:spPr>
      </p:pic>
      <p:pic>
        <p:nvPicPr>
          <p:cNvPr id="63" name="Picture 62">
            <a:extLst>
              <a:ext uri="{FF2B5EF4-FFF2-40B4-BE49-F238E27FC236}">
                <a16:creationId xmlns:a16="http://schemas.microsoft.com/office/drawing/2014/main" id="{EAD7DA89-8FB2-610B-593C-69D5DD007421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l="68554" t="12646" r="9627" b="31449"/>
          <a:stretch/>
        </p:blipFill>
        <p:spPr>
          <a:xfrm>
            <a:off x="6390435" y="5245444"/>
            <a:ext cx="429936" cy="872181"/>
          </a:xfrm>
          <a:prstGeom prst="rect">
            <a:avLst/>
          </a:prstGeom>
        </p:spPr>
      </p:pic>
      <p:pic>
        <p:nvPicPr>
          <p:cNvPr id="64" name="Picture 63">
            <a:extLst>
              <a:ext uri="{FF2B5EF4-FFF2-40B4-BE49-F238E27FC236}">
                <a16:creationId xmlns:a16="http://schemas.microsoft.com/office/drawing/2014/main" id="{63222F5A-F50C-15FC-2EBB-5CB3B77D197E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l="68554" t="12646" r="9627" b="31449"/>
          <a:stretch/>
        </p:blipFill>
        <p:spPr>
          <a:xfrm>
            <a:off x="6876295" y="5819262"/>
            <a:ext cx="429936" cy="872181"/>
          </a:xfrm>
          <a:prstGeom prst="rect">
            <a:avLst/>
          </a:prstGeom>
        </p:spPr>
      </p:pic>
      <p:pic>
        <p:nvPicPr>
          <p:cNvPr id="65" name="Picture 64">
            <a:extLst>
              <a:ext uri="{FF2B5EF4-FFF2-40B4-BE49-F238E27FC236}">
                <a16:creationId xmlns:a16="http://schemas.microsoft.com/office/drawing/2014/main" id="{BE3A2125-5568-D79E-1A17-B6D166C4D9AA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l="12076" t="13303" r="68109" b="30792"/>
          <a:stretch/>
        </p:blipFill>
        <p:spPr>
          <a:xfrm rot="5400000">
            <a:off x="2316474" y="2750850"/>
            <a:ext cx="390452" cy="87218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83633458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id="{7712B886-D818-9EAB-D5E0-4CFF73765A6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469481" y="562928"/>
            <a:ext cx="7772400" cy="5732145"/>
          </a:xfrm>
          <a:prstGeom prst="rect">
            <a:avLst/>
          </a:prstGeom>
          <a:ln>
            <a:noFill/>
          </a:ln>
          <a:effectLst>
            <a:softEdge rad="112500"/>
          </a:effectLst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A124FDEC-A27C-37C1-82A0-EC7FED5321ED}"/>
              </a:ext>
            </a:extLst>
          </p:cNvPr>
          <p:cNvPicPr>
            <a:picLocks noChangeAspect="1"/>
          </p:cNvPicPr>
          <p:nvPr/>
        </p:nvPicPr>
        <p:blipFill rotWithShape="1">
          <a:blip r:embed="rId3"/>
          <a:srcRect l="68554" t="12646" r="9627" b="31449"/>
          <a:stretch/>
        </p:blipFill>
        <p:spPr>
          <a:xfrm rot="18923039">
            <a:off x="8425076" y="4513604"/>
            <a:ext cx="306507" cy="621791"/>
          </a:xfrm>
          <a:prstGeom prst="rect">
            <a:avLst/>
          </a:prstGeom>
          <a:effectLst>
            <a:softEdge rad="38100"/>
          </a:effectLst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502F7B4D-2D37-FBAF-B0FE-5A286FE0EA84}"/>
              </a:ext>
            </a:extLst>
          </p:cNvPr>
          <p:cNvPicPr>
            <a:picLocks noChangeAspect="1"/>
          </p:cNvPicPr>
          <p:nvPr/>
        </p:nvPicPr>
        <p:blipFill rotWithShape="1">
          <a:blip r:embed="rId4"/>
          <a:srcRect l="12076" t="13303" r="68109" b="30792"/>
          <a:stretch/>
        </p:blipFill>
        <p:spPr>
          <a:xfrm rot="20763232">
            <a:off x="6179127" y="3450772"/>
            <a:ext cx="274937" cy="614147"/>
          </a:xfrm>
          <a:prstGeom prst="rect">
            <a:avLst/>
          </a:prstGeom>
          <a:effectLst>
            <a:softEdge rad="19540"/>
          </a:effectLst>
        </p:spPr>
      </p:pic>
      <p:pic>
        <p:nvPicPr>
          <p:cNvPr id="10" name="Picture 9">
            <a:extLst>
              <a:ext uri="{FF2B5EF4-FFF2-40B4-BE49-F238E27FC236}">
                <a16:creationId xmlns:a16="http://schemas.microsoft.com/office/drawing/2014/main" id="{DF70B82B-D2F8-3B2D-3B6F-39482169F226}"/>
              </a:ext>
            </a:extLst>
          </p:cNvPr>
          <p:cNvPicPr>
            <a:picLocks noChangeAspect="1"/>
          </p:cNvPicPr>
          <p:nvPr/>
        </p:nvPicPr>
        <p:blipFill rotWithShape="1">
          <a:blip r:embed="rId3"/>
          <a:srcRect l="68554" t="12646" r="9627" b="31449"/>
          <a:stretch/>
        </p:blipFill>
        <p:spPr>
          <a:xfrm rot="21213246">
            <a:off x="9642347" y="2358590"/>
            <a:ext cx="306507" cy="621791"/>
          </a:xfrm>
          <a:prstGeom prst="rect">
            <a:avLst/>
          </a:prstGeom>
          <a:effectLst>
            <a:softEdge rad="38100"/>
          </a:effectLst>
        </p:spPr>
      </p:pic>
      <p:pic>
        <p:nvPicPr>
          <p:cNvPr id="11" name="Picture 10">
            <a:extLst>
              <a:ext uri="{FF2B5EF4-FFF2-40B4-BE49-F238E27FC236}">
                <a16:creationId xmlns:a16="http://schemas.microsoft.com/office/drawing/2014/main" id="{43BA1D1D-5F00-F8C2-F09E-0B145E605924}"/>
              </a:ext>
            </a:extLst>
          </p:cNvPr>
          <p:cNvPicPr>
            <a:picLocks noChangeAspect="1"/>
          </p:cNvPicPr>
          <p:nvPr/>
        </p:nvPicPr>
        <p:blipFill rotWithShape="1">
          <a:blip r:embed="rId3"/>
          <a:srcRect l="39907" t="37660" r="38274" b="5444"/>
          <a:stretch/>
        </p:blipFill>
        <p:spPr>
          <a:xfrm rot="7468579">
            <a:off x="4449521" y="4403045"/>
            <a:ext cx="317206" cy="654897"/>
          </a:xfrm>
          <a:prstGeom prst="rect">
            <a:avLst/>
          </a:prstGeom>
          <a:effectLst>
            <a:softEdge rad="38100"/>
          </a:effectLst>
        </p:spPr>
      </p:pic>
      <p:pic>
        <p:nvPicPr>
          <p:cNvPr id="12" name="Picture 11">
            <a:extLst>
              <a:ext uri="{FF2B5EF4-FFF2-40B4-BE49-F238E27FC236}">
                <a16:creationId xmlns:a16="http://schemas.microsoft.com/office/drawing/2014/main" id="{C01408FE-C274-4EC4-ED42-E8E5C75E8628}"/>
              </a:ext>
            </a:extLst>
          </p:cNvPr>
          <p:cNvPicPr>
            <a:picLocks noChangeAspect="1"/>
          </p:cNvPicPr>
          <p:nvPr/>
        </p:nvPicPr>
        <p:blipFill rotWithShape="1">
          <a:blip r:embed="rId3"/>
          <a:srcRect l="68554" t="12646" r="9627" b="31449"/>
          <a:stretch/>
        </p:blipFill>
        <p:spPr>
          <a:xfrm rot="8812045">
            <a:off x="7396858" y="1703513"/>
            <a:ext cx="306507" cy="621791"/>
          </a:xfrm>
          <a:prstGeom prst="rect">
            <a:avLst/>
          </a:prstGeom>
          <a:effectLst>
            <a:softEdge rad="38100"/>
          </a:effectLst>
        </p:spPr>
      </p:pic>
      <p:pic>
        <p:nvPicPr>
          <p:cNvPr id="13" name="Picture 12">
            <a:extLst>
              <a:ext uri="{FF2B5EF4-FFF2-40B4-BE49-F238E27FC236}">
                <a16:creationId xmlns:a16="http://schemas.microsoft.com/office/drawing/2014/main" id="{DC8DFF6A-77FD-14B1-D0F9-CA7AEF9ECC93}"/>
              </a:ext>
            </a:extLst>
          </p:cNvPr>
          <p:cNvPicPr>
            <a:picLocks noChangeAspect="1"/>
          </p:cNvPicPr>
          <p:nvPr/>
        </p:nvPicPr>
        <p:blipFill rotWithShape="1">
          <a:blip r:embed="rId4"/>
          <a:srcRect l="12076" t="13303" r="68109" b="30792"/>
          <a:stretch/>
        </p:blipFill>
        <p:spPr>
          <a:xfrm rot="4852073">
            <a:off x="7841591" y="3706615"/>
            <a:ext cx="305968" cy="683464"/>
          </a:xfrm>
          <a:prstGeom prst="rect">
            <a:avLst/>
          </a:prstGeom>
          <a:effectLst>
            <a:softEdge rad="19540"/>
          </a:effectLst>
        </p:spPr>
      </p:pic>
      <p:pic>
        <p:nvPicPr>
          <p:cNvPr id="14" name="Picture 13">
            <a:extLst>
              <a:ext uri="{FF2B5EF4-FFF2-40B4-BE49-F238E27FC236}">
                <a16:creationId xmlns:a16="http://schemas.microsoft.com/office/drawing/2014/main" id="{332A4437-18F5-87D2-0425-E20FE564D7DA}"/>
              </a:ext>
            </a:extLst>
          </p:cNvPr>
          <p:cNvPicPr>
            <a:picLocks noChangeAspect="1"/>
          </p:cNvPicPr>
          <p:nvPr/>
        </p:nvPicPr>
        <p:blipFill rotWithShape="1">
          <a:blip r:embed="rId3"/>
          <a:srcRect l="39907" t="37660" r="38274" b="5444"/>
          <a:stretch/>
        </p:blipFill>
        <p:spPr>
          <a:xfrm rot="16030174">
            <a:off x="5668086" y="1342849"/>
            <a:ext cx="317206" cy="654897"/>
          </a:xfrm>
          <a:prstGeom prst="rect">
            <a:avLst/>
          </a:prstGeom>
          <a:effectLst>
            <a:softEdge rad="38100"/>
          </a:effectLst>
        </p:spPr>
      </p:pic>
      <p:pic>
        <p:nvPicPr>
          <p:cNvPr id="15" name="Picture 14">
            <a:extLst>
              <a:ext uri="{FF2B5EF4-FFF2-40B4-BE49-F238E27FC236}">
                <a16:creationId xmlns:a16="http://schemas.microsoft.com/office/drawing/2014/main" id="{03321A3F-0B62-DD8E-9AAD-1705E1B6227A}"/>
              </a:ext>
            </a:extLst>
          </p:cNvPr>
          <p:cNvPicPr>
            <a:picLocks noChangeAspect="1"/>
          </p:cNvPicPr>
          <p:nvPr/>
        </p:nvPicPr>
        <p:blipFill rotWithShape="1">
          <a:blip r:embed="rId3"/>
          <a:srcRect l="39907" t="37660" r="38274" b="5444"/>
          <a:stretch/>
        </p:blipFill>
        <p:spPr>
          <a:xfrm rot="6921689">
            <a:off x="10460793" y="5002722"/>
            <a:ext cx="317206" cy="654897"/>
          </a:xfrm>
          <a:prstGeom prst="rect">
            <a:avLst/>
          </a:prstGeom>
          <a:effectLst>
            <a:softEdge rad="38100"/>
          </a:effectLst>
        </p:spPr>
      </p:pic>
      <p:pic>
        <p:nvPicPr>
          <p:cNvPr id="16" name="Picture 15">
            <a:extLst>
              <a:ext uri="{FF2B5EF4-FFF2-40B4-BE49-F238E27FC236}">
                <a16:creationId xmlns:a16="http://schemas.microsoft.com/office/drawing/2014/main" id="{51EFAB52-BC4F-4BD1-B7FA-8DEEE8C5D7BC}"/>
              </a:ext>
            </a:extLst>
          </p:cNvPr>
          <p:cNvPicPr>
            <a:picLocks noChangeAspect="1"/>
          </p:cNvPicPr>
          <p:nvPr/>
        </p:nvPicPr>
        <p:blipFill rotWithShape="1">
          <a:blip r:embed="rId3"/>
          <a:srcRect l="68554" t="12646" r="9627" b="31449"/>
          <a:stretch/>
        </p:blipFill>
        <p:spPr>
          <a:xfrm rot="16795078">
            <a:off x="7802807" y="5631791"/>
            <a:ext cx="306507" cy="621791"/>
          </a:xfrm>
          <a:prstGeom prst="rect">
            <a:avLst/>
          </a:prstGeom>
          <a:effectLst>
            <a:softEdge rad="38100"/>
          </a:effectLst>
        </p:spPr>
      </p:pic>
      <p:pic>
        <p:nvPicPr>
          <p:cNvPr id="17" name="Picture 16">
            <a:extLst>
              <a:ext uri="{FF2B5EF4-FFF2-40B4-BE49-F238E27FC236}">
                <a16:creationId xmlns:a16="http://schemas.microsoft.com/office/drawing/2014/main" id="{A556A193-2C8B-0B82-430F-B18D24E71988}"/>
              </a:ext>
            </a:extLst>
          </p:cNvPr>
          <p:cNvPicPr>
            <a:picLocks noChangeAspect="1"/>
          </p:cNvPicPr>
          <p:nvPr/>
        </p:nvPicPr>
        <p:blipFill rotWithShape="1">
          <a:blip r:embed="rId4"/>
          <a:srcRect l="12076" t="13303" r="68109" b="30792"/>
          <a:stretch/>
        </p:blipFill>
        <p:spPr>
          <a:xfrm rot="3951855">
            <a:off x="4057312" y="1924036"/>
            <a:ext cx="274937" cy="614147"/>
          </a:xfrm>
          <a:prstGeom prst="rect">
            <a:avLst/>
          </a:prstGeom>
          <a:effectLst>
            <a:softEdge rad="19540"/>
          </a:effectLst>
        </p:spPr>
      </p:pic>
      <p:pic>
        <p:nvPicPr>
          <p:cNvPr id="18" name="Picture 17">
            <a:extLst>
              <a:ext uri="{FF2B5EF4-FFF2-40B4-BE49-F238E27FC236}">
                <a16:creationId xmlns:a16="http://schemas.microsoft.com/office/drawing/2014/main" id="{EB3A9B20-E1D3-B75C-CA9C-01E26BA02DBB}"/>
              </a:ext>
            </a:extLst>
          </p:cNvPr>
          <p:cNvPicPr>
            <a:picLocks noChangeAspect="1"/>
          </p:cNvPicPr>
          <p:nvPr/>
        </p:nvPicPr>
        <p:blipFill rotWithShape="1">
          <a:blip r:embed="rId3"/>
          <a:srcRect l="39907" t="37660" r="38274" b="5444"/>
          <a:stretch/>
        </p:blipFill>
        <p:spPr>
          <a:xfrm rot="19954341">
            <a:off x="8925709" y="946619"/>
            <a:ext cx="317206" cy="654897"/>
          </a:xfrm>
          <a:prstGeom prst="rect">
            <a:avLst/>
          </a:prstGeom>
          <a:effectLst>
            <a:softEdge rad="38100"/>
          </a:effectLst>
        </p:spPr>
      </p:pic>
      <p:pic>
        <p:nvPicPr>
          <p:cNvPr id="19" name="Picture 18">
            <a:extLst>
              <a:ext uri="{FF2B5EF4-FFF2-40B4-BE49-F238E27FC236}">
                <a16:creationId xmlns:a16="http://schemas.microsoft.com/office/drawing/2014/main" id="{857D5D18-D6B8-F754-25AE-F89DFFA01DFB}"/>
              </a:ext>
            </a:extLst>
          </p:cNvPr>
          <p:cNvPicPr>
            <a:picLocks noChangeAspect="1"/>
          </p:cNvPicPr>
          <p:nvPr/>
        </p:nvPicPr>
        <p:blipFill rotWithShape="1">
          <a:blip r:embed="rId3"/>
          <a:srcRect l="39907" t="37660" r="38274" b="5444"/>
          <a:stretch/>
        </p:blipFill>
        <p:spPr>
          <a:xfrm rot="16030174">
            <a:off x="6700296" y="5002722"/>
            <a:ext cx="317206" cy="654897"/>
          </a:xfrm>
          <a:prstGeom prst="rect">
            <a:avLst/>
          </a:prstGeom>
          <a:effectLst>
            <a:softEdge rad="38100"/>
          </a:effectLst>
        </p:spPr>
      </p:pic>
      <p:pic>
        <p:nvPicPr>
          <p:cNvPr id="20" name="Picture 19">
            <a:extLst>
              <a:ext uri="{FF2B5EF4-FFF2-40B4-BE49-F238E27FC236}">
                <a16:creationId xmlns:a16="http://schemas.microsoft.com/office/drawing/2014/main" id="{C6DDC33E-6727-017B-15EF-B95180BE7F72}"/>
              </a:ext>
            </a:extLst>
          </p:cNvPr>
          <p:cNvPicPr>
            <a:picLocks noChangeAspect="1"/>
          </p:cNvPicPr>
          <p:nvPr/>
        </p:nvPicPr>
        <p:blipFill rotWithShape="1">
          <a:blip r:embed="rId3"/>
          <a:srcRect l="68554" t="12646" r="9627" b="31449"/>
          <a:stretch/>
        </p:blipFill>
        <p:spPr>
          <a:xfrm rot="8812045">
            <a:off x="4559998" y="1921587"/>
            <a:ext cx="306507" cy="621791"/>
          </a:xfrm>
          <a:prstGeom prst="rect">
            <a:avLst/>
          </a:prstGeom>
          <a:effectLst>
            <a:softEdge rad="38100"/>
          </a:effectLst>
        </p:spPr>
      </p:pic>
      <p:pic>
        <p:nvPicPr>
          <p:cNvPr id="21" name="Picture 20">
            <a:extLst>
              <a:ext uri="{FF2B5EF4-FFF2-40B4-BE49-F238E27FC236}">
                <a16:creationId xmlns:a16="http://schemas.microsoft.com/office/drawing/2014/main" id="{7921EE71-01A6-6BBA-09CB-96927CCA75D8}"/>
              </a:ext>
            </a:extLst>
          </p:cNvPr>
          <p:cNvPicPr>
            <a:picLocks noChangeAspect="1"/>
          </p:cNvPicPr>
          <p:nvPr/>
        </p:nvPicPr>
        <p:blipFill rotWithShape="1">
          <a:blip r:embed="rId3"/>
          <a:srcRect l="68554" t="12646" r="9627" b="31449"/>
          <a:stretch/>
        </p:blipFill>
        <p:spPr>
          <a:xfrm rot="8812045">
            <a:off x="4551220" y="2357423"/>
            <a:ext cx="306507" cy="621791"/>
          </a:xfrm>
          <a:prstGeom prst="rect">
            <a:avLst/>
          </a:prstGeom>
          <a:effectLst>
            <a:softEdge rad="38100"/>
          </a:effectLst>
        </p:spPr>
      </p:pic>
    </p:spTree>
    <p:extLst>
      <p:ext uri="{BB962C8B-B14F-4D97-AF65-F5344CB8AC3E}">
        <p14:creationId xmlns:p14="http://schemas.microsoft.com/office/powerpoint/2010/main" val="1654535231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8" name="Straight Connector 7">
            <a:extLst>
              <a:ext uri="{FF2B5EF4-FFF2-40B4-BE49-F238E27FC236}">
                <a16:creationId xmlns:a16="http://schemas.microsoft.com/office/drawing/2014/main" id="{AA31385C-1985-6307-A036-3D0970F3D4D9}"/>
              </a:ext>
            </a:extLst>
          </p:cNvPr>
          <p:cNvCxnSpPr>
            <a:cxnSpLocks/>
          </p:cNvCxnSpPr>
          <p:nvPr/>
        </p:nvCxnSpPr>
        <p:spPr>
          <a:xfrm>
            <a:off x="1986670" y="2096869"/>
            <a:ext cx="4215714" cy="0"/>
          </a:xfrm>
          <a:prstGeom prst="line">
            <a:avLst/>
          </a:prstGeom>
          <a:ln w="76200"/>
        </p:spPr>
        <p:style>
          <a:lnRef idx="3">
            <a:schemeClr val="accent3"/>
          </a:lnRef>
          <a:fillRef idx="0">
            <a:schemeClr val="accent3"/>
          </a:fillRef>
          <a:effectRef idx="2">
            <a:schemeClr val="accent3"/>
          </a:effectRef>
          <a:fontRef idx="minor">
            <a:schemeClr val="tx1"/>
          </a:fontRef>
        </p:style>
      </p:cxnSp>
      <p:cxnSp>
        <p:nvCxnSpPr>
          <p:cNvPr id="3" name="Straight Connector 2">
            <a:extLst>
              <a:ext uri="{FF2B5EF4-FFF2-40B4-BE49-F238E27FC236}">
                <a16:creationId xmlns:a16="http://schemas.microsoft.com/office/drawing/2014/main" id="{971C2CF8-1650-73BB-1555-4DF037414495}"/>
              </a:ext>
            </a:extLst>
          </p:cNvPr>
          <p:cNvCxnSpPr>
            <a:cxnSpLocks/>
          </p:cNvCxnSpPr>
          <p:nvPr/>
        </p:nvCxnSpPr>
        <p:spPr>
          <a:xfrm>
            <a:off x="1986670" y="3460232"/>
            <a:ext cx="4215714" cy="0"/>
          </a:xfrm>
          <a:prstGeom prst="line">
            <a:avLst/>
          </a:prstGeom>
          <a:ln w="76200"/>
        </p:spPr>
        <p:style>
          <a:lnRef idx="3">
            <a:schemeClr val="accent3"/>
          </a:lnRef>
          <a:fillRef idx="0">
            <a:schemeClr val="accent3"/>
          </a:fillRef>
          <a:effectRef idx="2">
            <a:schemeClr val="accent3"/>
          </a:effectRef>
          <a:fontRef idx="minor">
            <a:schemeClr val="tx1"/>
          </a:fontRef>
        </p:style>
      </p:cxnSp>
      <p:cxnSp>
        <p:nvCxnSpPr>
          <p:cNvPr id="6" name="Straight Connector 5">
            <a:extLst>
              <a:ext uri="{FF2B5EF4-FFF2-40B4-BE49-F238E27FC236}">
                <a16:creationId xmlns:a16="http://schemas.microsoft.com/office/drawing/2014/main" id="{7BA52CAF-B0E3-A068-A550-7D483C1CEDC0}"/>
              </a:ext>
            </a:extLst>
          </p:cNvPr>
          <p:cNvCxnSpPr>
            <a:cxnSpLocks/>
          </p:cNvCxnSpPr>
          <p:nvPr/>
        </p:nvCxnSpPr>
        <p:spPr>
          <a:xfrm>
            <a:off x="7495725" y="2096869"/>
            <a:ext cx="1511643" cy="0"/>
          </a:xfrm>
          <a:prstGeom prst="line">
            <a:avLst/>
          </a:prstGeom>
          <a:ln w="76200"/>
        </p:spPr>
        <p:style>
          <a:lnRef idx="3">
            <a:schemeClr val="accent3"/>
          </a:lnRef>
          <a:fillRef idx="0">
            <a:schemeClr val="accent3"/>
          </a:fillRef>
          <a:effectRef idx="2">
            <a:schemeClr val="accent3"/>
          </a:effectRef>
          <a:fontRef idx="minor">
            <a:schemeClr val="tx1"/>
          </a:fontRef>
        </p:style>
      </p:cxnSp>
      <p:cxnSp>
        <p:nvCxnSpPr>
          <p:cNvPr id="20" name="Straight Connector 19">
            <a:extLst>
              <a:ext uri="{FF2B5EF4-FFF2-40B4-BE49-F238E27FC236}">
                <a16:creationId xmlns:a16="http://schemas.microsoft.com/office/drawing/2014/main" id="{9178AFE9-4F1C-14CB-F0B6-E0241A6E6CFE}"/>
              </a:ext>
            </a:extLst>
          </p:cNvPr>
          <p:cNvCxnSpPr>
            <a:cxnSpLocks/>
          </p:cNvCxnSpPr>
          <p:nvPr/>
        </p:nvCxnSpPr>
        <p:spPr>
          <a:xfrm>
            <a:off x="7527646" y="3460232"/>
            <a:ext cx="0" cy="3397768"/>
          </a:xfrm>
          <a:prstGeom prst="line">
            <a:avLst/>
          </a:prstGeom>
          <a:ln w="76200"/>
        </p:spPr>
        <p:style>
          <a:lnRef idx="3">
            <a:schemeClr val="accent3"/>
          </a:lnRef>
          <a:fillRef idx="0">
            <a:schemeClr val="accent3"/>
          </a:fillRef>
          <a:effectRef idx="2">
            <a:schemeClr val="accent3"/>
          </a:effectRef>
          <a:fontRef idx="minor">
            <a:schemeClr val="tx1"/>
          </a:fontRef>
        </p:style>
      </p:cxnSp>
      <p:cxnSp>
        <p:nvCxnSpPr>
          <p:cNvPr id="21" name="Straight Connector 20">
            <a:extLst>
              <a:ext uri="{FF2B5EF4-FFF2-40B4-BE49-F238E27FC236}">
                <a16:creationId xmlns:a16="http://schemas.microsoft.com/office/drawing/2014/main" id="{A603596C-2FCC-7F5C-D45C-BB40ADF68196}"/>
              </a:ext>
            </a:extLst>
          </p:cNvPr>
          <p:cNvCxnSpPr>
            <a:cxnSpLocks/>
          </p:cNvCxnSpPr>
          <p:nvPr/>
        </p:nvCxnSpPr>
        <p:spPr>
          <a:xfrm flipH="1">
            <a:off x="6173553" y="3435518"/>
            <a:ext cx="3089" cy="3422482"/>
          </a:xfrm>
          <a:prstGeom prst="line">
            <a:avLst/>
          </a:prstGeom>
          <a:ln w="76200"/>
        </p:spPr>
        <p:style>
          <a:lnRef idx="3">
            <a:schemeClr val="accent3"/>
          </a:lnRef>
          <a:fillRef idx="0">
            <a:schemeClr val="accent3"/>
          </a:fillRef>
          <a:effectRef idx="2">
            <a:schemeClr val="accent3"/>
          </a:effectRef>
          <a:fontRef idx="minor">
            <a:schemeClr val="tx1"/>
          </a:fontRef>
        </p:style>
      </p:cxnSp>
      <p:cxnSp>
        <p:nvCxnSpPr>
          <p:cNvPr id="22" name="Straight Connector 21">
            <a:extLst>
              <a:ext uri="{FF2B5EF4-FFF2-40B4-BE49-F238E27FC236}">
                <a16:creationId xmlns:a16="http://schemas.microsoft.com/office/drawing/2014/main" id="{7B54B48E-F7E6-C42F-3B4D-520D9B610808}"/>
              </a:ext>
            </a:extLst>
          </p:cNvPr>
          <p:cNvCxnSpPr>
            <a:cxnSpLocks/>
          </p:cNvCxnSpPr>
          <p:nvPr/>
        </p:nvCxnSpPr>
        <p:spPr>
          <a:xfrm flipH="1">
            <a:off x="7527647" y="321957"/>
            <a:ext cx="3089" cy="1774912"/>
          </a:xfrm>
          <a:prstGeom prst="line">
            <a:avLst/>
          </a:prstGeom>
          <a:ln w="76200"/>
        </p:spPr>
        <p:style>
          <a:lnRef idx="3">
            <a:schemeClr val="accent3"/>
          </a:lnRef>
          <a:fillRef idx="0">
            <a:schemeClr val="accent3"/>
          </a:fillRef>
          <a:effectRef idx="2">
            <a:schemeClr val="accent3"/>
          </a:effectRef>
          <a:fontRef idx="minor">
            <a:schemeClr val="tx1"/>
          </a:fontRef>
        </p:style>
      </p:cxnSp>
      <p:cxnSp>
        <p:nvCxnSpPr>
          <p:cNvPr id="32" name="Straight Connector 31">
            <a:extLst>
              <a:ext uri="{FF2B5EF4-FFF2-40B4-BE49-F238E27FC236}">
                <a16:creationId xmlns:a16="http://schemas.microsoft.com/office/drawing/2014/main" id="{BF9D095E-6EF0-3775-ECB0-BDB03BE974C0}"/>
              </a:ext>
            </a:extLst>
          </p:cNvPr>
          <p:cNvCxnSpPr>
            <a:cxnSpLocks/>
          </p:cNvCxnSpPr>
          <p:nvPr/>
        </p:nvCxnSpPr>
        <p:spPr>
          <a:xfrm flipH="1">
            <a:off x="6173553" y="321957"/>
            <a:ext cx="3089" cy="1774912"/>
          </a:xfrm>
          <a:prstGeom prst="line">
            <a:avLst/>
          </a:prstGeom>
          <a:ln w="76200"/>
        </p:spPr>
        <p:style>
          <a:lnRef idx="3">
            <a:schemeClr val="accent3"/>
          </a:lnRef>
          <a:fillRef idx="0">
            <a:schemeClr val="accent3"/>
          </a:fillRef>
          <a:effectRef idx="2">
            <a:schemeClr val="accent3"/>
          </a:effectRef>
          <a:fontRef idx="minor">
            <a:schemeClr val="tx1"/>
          </a:fontRef>
        </p:style>
      </p:cxnSp>
      <p:cxnSp>
        <p:nvCxnSpPr>
          <p:cNvPr id="36" name="Straight Connector 35">
            <a:extLst>
              <a:ext uri="{FF2B5EF4-FFF2-40B4-BE49-F238E27FC236}">
                <a16:creationId xmlns:a16="http://schemas.microsoft.com/office/drawing/2014/main" id="{E9885A83-3391-41AF-5B5B-0405496E9028}"/>
              </a:ext>
            </a:extLst>
          </p:cNvPr>
          <p:cNvCxnSpPr>
            <a:cxnSpLocks/>
          </p:cNvCxnSpPr>
          <p:nvPr/>
        </p:nvCxnSpPr>
        <p:spPr>
          <a:xfrm>
            <a:off x="7495724" y="3460232"/>
            <a:ext cx="1511643" cy="0"/>
          </a:xfrm>
          <a:prstGeom prst="line">
            <a:avLst/>
          </a:prstGeom>
          <a:ln w="76200"/>
        </p:spPr>
        <p:style>
          <a:lnRef idx="3">
            <a:schemeClr val="accent3"/>
          </a:lnRef>
          <a:fillRef idx="0">
            <a:schemeClr val="accent3"/>
          </a:fillRef>
          <a:effectRef idx="2">
            <a:schemeClr val="accent3"/>
          </a:effectRef>
          <a:fontRef idx="minor">
            <a:schemeClr val="tx1"/>
          </a:fontRef>
        </p:style>
      </p:cxnSp>
      <p:pic>
        <p:nvPicPr>
          <p:cNvPr id="37" name="Picture 36">
            <a:extLst>
              <a:ext uri="{FF2B5EF4-FFF2-40B4-BE49-F238E27FC236}">
                <a16:creationId xmlns:a16="http://schemas.microsoft.com/office/drawing/2014/main" id="{D3302DA8-9185-3A18-ADAC-DE809F80A073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l="68554" t="12646" r="9627" b="31449"/>
          <a:stretch/>
        </p:blipFill>
        <p:spPr>
          <a:xfrm>
            <a:off x="6909815" y="2865081"/>
            <a:ext cx="429936" cy="872181"/>
          </a:xfrm>
          <a:prstGeom prst="rect">
            <a:avLst/>
          </a:prstGeom>
        </p:spPr>
      </p:pic>
      <p:pic>
        <p:nvPicPr>
          <p:cNvPr id="42" name="Picture 41">
            <a:extLst>
              <a:ext uri="{FF2B5EF4-FFF2-40B4-BE49-F238E27FC236}">
                <a16:creationId xmlns:a16="http://schemas.microsoft.com/office/drawing/2014/main" id="{17942D23-F9C5-02E6-AFB7-901863F6DCEC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l="12076" t="13303" r="68109" b="30792"/>
          <a:stretch/>
        </p:blipFill>
        <p:spPr>
          <a:xfrm rot="5400000">
            <a:off x="2227534" y="1964065"/>
            <a:ext cx="390452" cy="872181"/>
          </a:xfrm>
          <a:prstGeom prst="rect">
            <a:avLst/>
          </a:prstGeom>
        </p:spPr>
      </p:pic>
      <p:pic>
        <p:nvPicPr>
          <p:cNvPr id="47" name="Picture 46">
            <a:extLst>
              <a:ext uri="{FF2B5EF4-FFF2-40B4-BE49-F238E27FC236}">
                <a16:creationId xmlns:a16="http://schemas.microsoft.com/office/drawing/2014/main" id="{7B77D4A9-6D04-D961-5DB1-88E1591EEB03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l="12076" t="13303" r="68109" b="30792"/>
          <a:stretch/>
        </p:blipFill>
        <p:spPr>
          <a:xfrm rot="5400000">
            <a:off x="3018699" y="2350924"/>
            <a:ext cx="390452" cy="872181"/>
          </a:xfrm>
          <a:prstGeom prst="rect">
            <a:avLst/>
          </a:prstGeom>
        </p:spPr>
      </p:pic>
      <p:pic>
        <p:nvPicPr>
          <p:cNvPr id="48" name="Picture 47">
            <a:extLst>
              <a:ext uri="{FF2B5EF4-FFF2-40B4-BE49-F238E27FC236}">
                <a16:creationId xmlns:a16="http://schemas.microsoft.com/office/drawing/2014/main" id="{3AB80260-0EE1-4D78-BFA7-718D1FDBB5AC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l="12076" t="13303" r="68109" b="30792"/>
          <a:stretch/>
        </p:blipFill>
        <p:spPr>
          <a:xfrm rot="5400000">
            <a:off x="3899300" y="2201265"/>
            <a:ext cx="390452" cy="872181"/>
          </a:xfrm>
          <a:prstGeom prst="rect">
            <a:avLst/>
          </a:prstGeom>
        </p:spPr>
      </p:pic>
      <p:pic>
        <p:nvPicPr>
          <p:cNvPr id="49" name="Picture 48">
            <a:extLst>
              <a:ext uri="{FF2B5EF4-FFF2-40B4-BE49-F238E27FC236}">
                <a16:creationId xmlns:a16="http://schemas.microsoft.com/office/drawing/2014/main" id="{7DDDDD43-F506-E047-1140-A4736FFDA506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l="12076" t="13303" r="68109" b="30792"/>
          <a:stretch/>
        </p:blipFill>
        <p:spPr>
          <a:xfrm rot="5400000">
            <a:off x="4515532" y="2624217"/>
            <a:ext cx="390452" cy="872181"/>
          </a:xfrm>
          <a:prstGeom prst="rect">
            <a:avLst/>
          </a:prstGeom>
        </p:spPr>
      </p:pic>
      <p:pic>
        <p:nvPicPr>
          <p:cNvPr id="51" name="Picture 50">
            <a:extLst>
              <a:ext uri="{FF2B5EF4-FFF2-40B4-BE49-F238E27FC236}">
                <a16:creationId xmlns:a16="http://schemas.microsoft.com/office/drawing/2014/main" id="{3D804E04-DC96-2E8D-1ED7-072B36BD065C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l="12076" t="13303" r="68109" b="30792"/>
          <a:stretch/>
        </p:blipFill>
        <p:spPr>
          <a:xfrm rot="5400000">
            <a:off x="5823804" y="2591717"/>
            <a:ext cx="390452" cy="872181"/>
          </a:xfrm>
          <a:prstGeom prst="rect">
            <a:avLst/>
          </a:prstGeom>
        </p:spPr>
      </p:pic>
      <p:pic>
        <p:nvPicPr>
          <p:cNvPr id="52" name="Picture 51">
            <a:extLst>
              <a:ext uri="{FF2B5EF4-FFF2-40B4-BE49-F238E27FC236}">
                <a16:creationId xmlns:a16="http://schemas.microsoft.com/office/drawing/2014/main" id="{9D05EFA7-4B31-087C-B7F3-EA27341CC3D4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l="12076" t="13303" r="68109" b="30792"/>
          <a:stretch/>
        </p:blipFill>
        <p:spPr>
          <a:xfrm rot="5400000">
            <a:off x="7877698" y="2763217"/>
            <a:ext cx="390452" cy="872181"/>
          </a:xfrm>
          <a:prstGeom prst="rect">
            <a:avLst/>
          </a:prstGeom>
        </p:spPr>
      </p:pic>
      <p:pic>
        <p:nvPicPr>
          <p:cNvPr id="54" name="Picture 53">
            <a:extLst>
              <a:ext uri="{FF2B5EF4-FFF2-40B4-BE49-F238E27FC236}">
                <a16:creationId xmlns:a16="http://schemas.microsoft.com/office/drawing/2014/main" id="{F0B34C07-3DF7-F8B2-4488-967A191F563B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l="12076" t="13303" r="68109" b="30792"/>
          <a:stretch/>
        </p:blipFill>
        <p:spPr>
          <a:xfrm rot="5400000">
            <a:off x="8492408" y="2147236"/>
            <a:ext cx="390452" cy="872181"/>
          </a:xfrm>
          <a:prstGeom prst="rect">
            <a:avLst/>
          </a:prstGeom>
        </p:spPr>
      </p:pic>
      <p:pic>
        <p:nvPicPr>
          <p:cNvPr id="60" name="Picture 59">
            <a:extLst>
              <a:ext uri="{FF2B5EF4-FFF2-40B4-BE49-F238E27FC236}">
                <a16:creationId xmlns:a16="http://schemas.microsoft.com/office/drawing/2014/main" id="{F9E92BF3-F933-C84D-7B13-D6DECD9FA30A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l="68554" t="12646" r="9627" b="31449"/>
          <a:stretch/>
        </p:blipFill>
        <p:spPr>
          <a:xfrm>
            <a:off x="6876295" y="602649"/>
            <a:ext cx="429936" cy="872181"/>
          </a:xfrm>
          <a:prstGeom prst="rect">
            <a:avLst/>
          </a:prstGeom>
        </p:spPr>
      </p:pic>
      <p:pic>
        <p:nvPicPr>
          <p:cNvPr id="61" name="Picture 60">
            <a:extLst>
              <a:ext uri="{FF2B5EF4-FFF2-40B4-BE49-F238E27FC236}">
                <a16:creationId xmlns:a16="http://schemas.microsoft.com/office/drawing/2014/main" id="{63E4CE59-CDDD-90E8-A80B-714CEF84C655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l="68554" t="12646" r="9627" b="31449"/>
          <a:stretch/>
        </p:blipFill>
        <p:spPr>
          <a:xfrm>
            <a:off x="6634086" y="3765755"/>
            <a:ext cx="429936" cy="872181"/>
          </a:xfrm>
          <a:prstGeom prst="rect">
            <a:avLst/>
          </a:prstGeom>
        </p:spPr>
      </p:pic>
      <p:pic>
        <p:nvPicPr>
          <p:cNvPr id="62" name="Picture 61">
            <a:extLst>
              <a:ext uri="{FF2B5EF4-FFF2-40B4-BE49-F238E27FC236}">
                <a16:creationId xmlns:a16="http://schemas.microsoft.com/office/drawing/2014/main" id="{64EA1F11-1BEB-B3D8-8C43-68ABF73F30F9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l="68554" t="12646" r="9627" b="31449"/>
          <a:stretch/>
        </p:blipFill>
        <p:spPr>
          <a:xfrm>
            <a:off x="9228488" y="4897818"/>
            <a:ext cx="429936" cy="872181"/>
          </a:xfrm>
          <a:prstGeom prst="rect">
            <a:avLst/>
          </a:prstGeom>
          <a:effectLst>
            <a:softEdge rad="38100"/>
          </a:effectLst>
        </p:spPr>
      </p:pic>
      <p:pic>
        <p:nvPicPr>
          <p:cNvPr id="63" name="Picture 62">
            <a:extLst>
              <a:ext uri="{FF2B5EF4-FFF2-40B4-BE49-F238E27FC236}">
                <a16:creationId xmlns:a16="http://schemas.microsoft.com/office/drawing/2014/main" id="{EAD7DA89-8FB2-610B-593C-69D5DD007421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l="68554" t="12646" r="9627" b="31449"/>
          <a:stretch/>
        </p:blipFill>
        <p:spPr>
          <a:xfrm>
            <a:off x="6390435" y="5245444"/>
            <a:ext cx="429936" cy="872181"/>
          </a:xfrm>
          <a:prstGeom prst="rect">
            <a:avLst/>
          </a:prstGeom>
        </p:spPr>
      </p:pic>
      <p:pic>
        <p:nvPicPr>
          <p:cNvPr id="64" name="Picture 63">
            <a:extLst>
              <a:ext uri="{FF2B5EF4-FFF2-40B4-BE49-F238E27FC236}">
                <a16:creationId xmlns:a16="http://schemas.microsoft.com/office/drawing/2014/main" id="{63222F5A-F50C-15FC-2EBB-5CB3B77D197E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l="68554" t="12646" r="9627" b="31449"/>
          <a:stretch/>
        </p:blipFill>
        <p:spPr>
          <a:xfrm>
            <a:off x="6876295" y="5819262"/>
            <a:ext cx="429936" cy="872181"/>
          </a:xfrm>
          <a:prstGeom prst="rect">
            <a:avLst/>
          </a:prstGeom>
        </p:spPr>
      </p:pic>
      <p:pic>
        <p:nvPicPr>
          <p:cNvPr id="65" name="Picture 64">
            <a:extLst>
              <a:ext uri="{FF2B5EF4-FFF2-40B4-BE49-F238E27FC236}">
                <a16:creationId xmlns:a16="http://schemas.microsoft.com/office/drawing/2014/main" id="{BE3A2125-5568-D79E-1A17-B6D166C4D9AA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l="12076" t="13303" r="68109" b="30792"/>
          <a:stretch/>
        </p:blipFill>
        <p:spPr>
          <a:xfrm rot="5400000">
            <a:off x="2316474" y="2750850"/>
            <a:ext cx="390452" cy="872181"/>
          </a:xfrm>
          <a:prstGeom prst="rect">
            <a:avLst/>
          </a:prstGeom>
        </p:spPr>
      </p:pic>
      <p:pic>
        <p:nvPicPr>
          <p:cNvPr id="2" name="Picture 1">
            <a:extLst>
              <a:ext uri="{FF2B5EF4-FFF2-40B4-BE49-F238E27FC236}">
                <a16:creationId xmlns:a16="http://schemas.microsoft.com/office/drawing/2014/main" id="{6BD92DF3-47C9-1060-1D6B-5D5E30071EF2}"/>
              </a:ext>
            </a:extLst>
          </p:cNvPr>
          <p:cNvPicPr>
            <a:picLocks noChangeAspect="1"/>
          </p:cNvPicPr>
          <p:nvPr/>
        </p:nvPicPr>
        <p:blipFill rotWithShape="1">
          <a:blip r:embed="rId3"/>
          <a:srcRect l="12076" t="13303" r="68109" b="30792"/>
          <a:stretch/>
        </p:blipFill>
        <p:spPr>
          <a:xfrm rot="5400000">
            <a:off x="9248230" y="3960981"/>
            <a:ext cx="390452" cy="872181"/>
          </a:xfrm>
          <a:prstGeom prst="rect">
            <a:avLst/>
          </a:prstGeom>
          <a:effectLst>
            <a:softEdge rad="19540"/>
          </a:effectLst>
        </p:spPr>
      </p:pic>
      <p:pic>
        <p:nvPicPr>
          <p:cNvPr id="1026" name="Picture 2" descr="Car - Free transport icons">
            <a:extLst>
              <a:ext uri="{FF2B5EF4-FFF2-40B4-BE49-F238E27FC236}">
                <a16:creationId xmlns:a16="http://schemas.microsoft.com/office/drawing/2014/main" id="{5CBEAFAF-53CC-6945-3546-D8F9617B63C8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103688" y="2970298"/>
            <a:ext cx="3709902" cy="370990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F641B08C-9288-86C2-8EE5-712F3319FB62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993731" y="-150770"/>
            <a:ext cx="3251200" cy="32512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44138990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id="{05C3925C-2152-7D99-3A1F-3F9D98AAAF7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59681" y="2153849"/>
            <a:ext cx="3603812" cy="3445403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CF0A566D-BFA1-2A99-C54D-EDDBD290247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957622" y="2153848"/>
            <a:ext cx="3743922" cy="3445403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03304469-DECF-0B8F-77F0-685787579E5F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125463" y="2307329"/>
            <a:ext cx="4161389" cy="313843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26040134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ounded Rectangle 4">
            <a:extLst>
              <a:ext uri="{FF2B5EF4-FFF2-40B4-BE49-F238E27FC236}">
                <a16:creationId xmlns:a16="http://schemas.microsoft.com/office/drawing/2014/main" id="{68F7299F-D49C-707A-1817-0911101B9984}"/>
              </a:ext>
            </a:extLst>
          </p:cNvPr>
          <p:cNvSpPr/>
          <p:nvPr/>
        </p:nvSpPr>
        <p:spPr>
          <a:xfrm>
            <a:off x="94271" y="97493"/>
            <a:ext cx="4182034" cy="3139887"/>
          </a:xfrm>
          <a:prstGeom prst="roundRect">
            <a:avLst/>
          </a:prstGeom>
          <a:solidFill>
            <a:srgbClr val="FFDBCE"/>
          </a:solidFill>
          <a:ln w="28575">
            <a:solidFill>
              <a:schemeClr val="accent3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L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C5226705-C285-0F46-017E-C520745396C5}"/>
              </a:ext>
            </a:extLst>
          </p:cNvPr>
          <p:cNvSpPr txBox="1"/>
          <p:nvPr/>
        </p:nvSpPr>
        <p:spPr>
          <a:xfrm>
            <a:off x="94271" y="205069"/>
            <a:ext cx="4182034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IL" sz="1600" b="1" dirty="0">
                <a:latin typeface="Andale Mono" panose="020B0509000000000004" pitchFamily="49" charset="0"/>
              </a:rPr>
              <a:t>Objective 1: </a:t>
            </a:r>
            <a:r>
              <a:rPr lang="en-IL" sz="1600" dirty="0">
                <a:latin typeface="Andale Mono" panose="020B0509000000000004" pitchFamily="49" charset="0"/>
              </a:rPr>
              <a:t>Game-theoretic motion planning via </a:t>
            </a:r>
            <a:br>
              <a:rPr lang="en-IL" sz="1600" dirty="0">
                <a:latin typeface="Andale Mono" panose="020B0509000000000004" pitchFamily="49" charset="0"/>
              </a:rPr>
            </a:br>
            <a:r>
              <a:rPr lang="en-IL" sz="1600" dirty="0">
                <a:latin typeface="Andale Mono" panose="020B0509000000000004" pitchFamily="49" charset="0"/>
              </a:rPr>
              <a:t>sampling-based approaches</a:t>
            </a:r>
          </a:p>
        </p:txBody>
      </p:sp>
      <p:sp>
        <p:nvSpPr>
          <p:cNvPr id="8" name="Round Diagonal Corner Rectangle 7">
            <a:extLst>
              <a:ext uri="{FF2B5EF4-FFF2-40B4-BE49-F238E27FC236}">
                <a16:creationId xmlns:a16="http://schemas.microsoft.com/office/drawing/2014/main" id="{DC28CE14-A377-D994-3CF8-37A3B78C3A2A}"/>
              </a:ext>
            </a:extLst>
          </p:cNvPr>
          <p:cNvSpPr/>
          <p:nvPr/>
        </p:nvSpPr>
        <p:spPr>
          <a:xfrm>
            <a:off x="255635" y="1057519"/>
            <a:ext cx="3859306" cy="830997"/>
          </a:xfrm>
          <a:prstGeom prst="round2DiagRect">
            <a:avLst/>
          </a:prstGeom>
          <a:solidFill>
            <a:schemeClr val="bg1"/>
          </a:solidFill>
          <a:ln w="28575">
            <a:solidFill>
              <a:schemeClr val="accent3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L" sz="1600" b="1" dirty="0">
                <a:solidFill>
                  <a:schemeClr val="tx1"/>
                </a:solidFill>
                <a:latin typeface="Andale Mono" panose="020B0509000000000004" pitchFamily="49" charset="0"/>
              </a:rPr>
              <a:t>Phase 1.1:</a:t>
            </a:r>
            <a:r>
              <a:rPr lang="en-IL" sz="1600" dirty="0">
                <a:solidFill>
                  <a:schemeClr val="tx1"/>
                </a:solidFill>
                <a:latin typeface="Andale Mono" panose="020B0509000000000004" pitchFamily="49" charset="0"/>
              </a:rPr>
              <a:t> RRT-based method for autonomous racing</a:t>
            </a:r>
            <a:endParaRPr lang="en-IL" b="1" dirty="0">
              <a:solidFill>
                <a:schemeClr val="tx1"/>
              </a:solidFill>
              <a:latin typeface="Andale Mono" panose="020B0509000000000004" pitchFamily="49" charset="0"/>
            </a:endParaRPr>
          </a:p>
        </p:txBody>
      </p:sp>
      <p:sp>
        <p:nvSpPr>
          <p:cNvPr id="9" name="Round Diagonal Corner Rectangle 8">
            <a:extLst>
              <a:ext uri="{FF2B5EF4-FFF2-40B4-BE49-F238E27FC236}">
                <a16:creationId xmlns:a16="http://schemas.microsoft.com/office/drawing/2014/main" id="{AF57ED0C-4D2C-F0A2-4E90-C7DA460764AD}"/>
              </a:ext>
            </a:extLst>
          </p:cNvPr>
          <p:cNvSpPr/>
          <p:nvPr/>
        </p:nvSpPr>
        <p:spPr>
          <a:xfrm>
            <a:off x="255635" y="2140726"/>
            <a:ext cx="3859306" cy="830997"/>
          </a:xfrm>
          <a:prstGeom prst="round2DiagRect">
            <a:avLst/>
          </a:prstGeom>
          <a:solidFill>
            <a:schemeClr val="bg1"/>
          </a:solidFill>
          <a:ln w="28575">
            <a:solidFill>
              <a:schemeClr val="accent3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L" sz="1600" b="1" dirty="0">
                <a:solidFill>
                  <a:schemeClr val="tx1"/>
                </a:solidFill>
                <a:latin typeface="Andale Mono" panose="020B0509000000000004" pitchFamily="49" charset="0"/>
              </a:rPr>
              <a:t>Phase 1.2:</a:t>
            </a:r>
            <a:r>
              <a:rPr lang="en-IL" sz="1600" dirty="0">
                <a:solidFill>
                  <a:schemeClr val="tx1"/>
                </a:solidFill>
                <a:latin typeface="Andale Mono" panose="020B0509000000000004" pitchFamily="49" charset="0"/>
              </a:rPr>
              <a:t> Extension to general Nash equilibria</a:t>
            </a:r>
            <a:endParaRPr lang="en-IL" b="1" dirty="0">
              <a:solidFill>
                <a:schemeClr val="tx1"/>
              </a:solidFill>
              <a:latin typeface="Andale Mono" panose="020B0509000000000004" pitchFamily="49" charset="0"/>
            </a:endParaRPr>
          </a:p>
        </p:txBody>
      </p:sp>
      <p:sp>
        <p:nvSpPr>
          <p:cNvPr id="10" name="Right Arrow 9">
            <a:extLst>
              <a:ext uri="{FF2B5EF4-FFF2-40B4-BE49-F238E27FC236}">
                <a16:creationId xmlns:a16="http://schemas.microsoft.com/office/drawing/2014/main" id="{290BD383-4757-F78B-FDBA-66D231FD7098}"/>
              </a:ext>
            </a:extLst>
          </p:cNvPr>
          <p:cNvSpPr/>
          <p:nvPr/>
        </p:nvSpPr>
        <p:spPr>
          <a:xfrm rot="5400000">
            <a:off x="1896176" y="1898099"/>
            <a:ext cx="578225" cy="246491"/>
          </a:xfrm>
          <a:prstGeom prst="rightArrow">
            <a:avLst/>
          </a:prstGeom>
          <a:solidFill>
            <a:schemeClr val="accent3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L"/>
          </a:p>
        </p:txBody>
      </p:sp>
      <p:sp>
        <p:nvSpPr>
          <p:cNvPr id="11" name="Rounded Rectangle 10">
            <a:extLst>
              <a:ext uri="{FF2B5EF4-FFF2-40B4-BE49-F238E27FC236}">
                <a16:creationId xmlns:a16="http://schemas.microsoft.com/office/drawing/2014/main" id="{2CCFF473-DA11-6F25-38E7-8673AC2196CE}"/>
              </a:ext>
            </a:extLst>
          </p:cNvPr>
          <p:cNvSpPr/>
          <p:nvPr/>
        </p:nvSpPr>
        <p:spPr>
          <a:xfrm>
            <a:off x="4437669" y="97493"/>
            <a:ext cx="4182034" cy="3139887"/>
          </a:xfrm>
          <a:prstGeom prst="roundRect">
            <a:avLst/>
          </a:prstGeom>
          <a:solidFill>
            <a:schemeClr val="accent5">
              <a:lumMod val="40000"/>
              <a:lumOff val="60000"/>
            </a:schemeClr>
          </a:solidFill>
          <a:ln w="28575">
            <a:solidFill>
              <a:schemeClr val="accent3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L"/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CB436FF5-74EA-5607-5B90-6BDD89E229FB}"/>
              </a:ext>
            </a:extLst>
          </p:cNvPr>
          <p:cNvSpPr txBox="1"/>
          <p:nvPr/>
        </p:nvSpPr>
        <p:spPr>
          <a:xfrm>
            <a:off x="4437669" y="205068"/>
            <a:ext cx="4182034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IL" sz="1600" b="1" dirty="0">
                <a:latin typeface="Andale Mono" panose="020B0509000000000004" pitchFamily="49" charset="0"/>
              </a:rPr>
              <a:t>Objective 2: </a:t>
            </a:r>
            <a:r>
              <a:rPr lang="en-IL" sz="1600" dirty="0">
                <a:latin typeface="Andale Mono" panose="020B0509000000000004" pitchFamily="49" charset="0"/>
              </a:rPr>
              <a:t>AV coordination </a:t>
            </a:r>
            <a:br>
              <a:rPr lang="en-IL" sz="1600" dirty="0">
                <a:latin typeface="Andale Mono" panose="020B0509000000000004" pitchFamily="49" charset="0"/>
              </a:rPr>
            </a:br>
            <a:r>
              <a:rPr lang="en-IL" sz="1600" dirty="0">
                <a:latin typeface="Andale Mono" panose="020B0509000000000004" pitchFamily="49" charset="0"/>
              </a:rPr>
              <a:t>via kinodynamic multi-robot motion planning </a:t>
            </a:r>
          </a:p>
        </p:txBody>
      </p:sp>
      <p:sp>
        <p:nvSpPr>
          <p:cNvPr id="13" name="Round Diagonal Corner Rectangle 12">
            <a:extLst>
              <a:ext uri="{FF2B5EF4-FFF2-40B4-BE49-F238E27FC236}">
                <a16:creationId xmlns:a16="http://schemas.microsoft.com/office/drawing/2014/main" id="{CC4A5F61-53B3-C4A2-36CF-DA094ED3FB66}"/>
              </a:ext>
            </a:extLst>
          </p:cNvPr>
          <p:cNvSpPr/>
          <p:nvPr/>
        </p:nvSpPr>
        <p:spPr>
          <a:xfrm>
            <a:off x="4599033" y="1057519"/>
            <a:ext cx="3859306" cy="830997"/>
          </a:xfrm>
          <a:prstGeom prst="round2DiagRect">
            <a:avLst/>
          </a:prstGeom>
          <a:solidFill>
            <a:schemeClr val="bg1"/>
          </a:solidFill>
          <a:ln w="28575">
            <a:solidFill>
              <a:schemeClr val="accent3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L" sz="1600" b="1" dirty="0">
                <a:solidFill>
                  <a:schemeClr val="tx1"/>
                </a:solidFill>
                <a:latin typeface="Andale Mono" panose="020B0509000000000004" pitchFamily="49" charset="0"/>
              </a:rPr>
              <a:t>Phase 2.1:</a:t>
            </a:r>
            <a:r>
              <a:rPr lang="en-IL" sz="1600" dirty="0">
                <a:solidFill>
                  <a:schemeClr val="tx1"/>
                </a:solidFill>
                <a:latin typeface="Andale Mono" panose="020B0509000000000004" pitchFamily="49" charset="0"/>
              </a:rPr>
              <a:t> Theory of kinodynamic tensor </a:t>
            </a:r>
            <a:r>
              <a:rPr lang="en-US" sz="1600">
                <a:solidFill>
                  <a:schemeClr val="tx1"/>
                </a:solidFill>
                <a:latin typeface="Andale Mono" panose="020B0509000000000004" pitchFamily="49" charset="0"/>
              </a:rPr>
              <a:t>roadmaps</a:t>
            </a:r>
            <a:endParaRPr lang="en-IL" b="1" dirty="0">
              <a:solidFill>
                <a:schemeClr val="tx1"/>
              </a:solidFill>
              <a:latin typeface="Andale Mono" panose="020B0509000000000004" pitchFamily="49" charset="0"/>
            </a:endParaRPr>
          </a:p>
        </p:txBody>
      </p:sp>
      <p:sp>
        <p:nvSpPr>
          <p:cNvPr id="14" name="Round Diagonal Corner Rectangle 13">
            <a:extLst>
              <a:ext uri="{FF2B5EF4-FFF2-40B4-BE49-F238E27FC236}">
                <a16:creationId xmlns:a16="http://schemas.microsoft.com/office/drawing/2014/main" id="{BE2BC528-8A21-4130-073F-F5D8C131A2DB}"/>
              </a:ext>
            </a:extLst>
          </p:cNvPr>
          <p:cNvSpPr/>
          <p:nvPr/>
        </p:nvSpPr>
        <p:spPr>
          <a:xfrm>
            <a:off x="4599033" y="2140726"/>
            <a:ext cx="3859306" cy="830997"/>
          </a:xfrm>
          <a:prstGeom prst="round2DiagRect">
            <a:avLst/>
          </a:prstGeom>
          <a:solidFill>
            <a:schemeClr val="bg1"/>
          </a:solidFill>
          <a:ln w="28575">
            <a:solidFill>
              <a:schemeClr val="accent3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L" sz="1600" b="1" dirty="0">
                <a:solidFill>
                  <a:schemeClr val="tx1"/>
                </a:solidFill>
                <a:latin typeface="Andale Mono" panose="020B0509000000000004" pitchFamily="49" charset="0"/>
              </a:rPr>
              <a:t>Phase 2.2:</a:t>
            </a:r>
            <a:r>
              <a:rPr lang="en-IL" sz="1600" dirty="0">
                <a:solidFill>
                  <a:schemeClr val="tx1"/>
                </a:solidFill>
                <a:latin typeface="Andale Mono" panose="020B0509000000000004" pitchFamily="49" charset="0"/>
              </a:rPr>
              <a:t> Speedup methods for scalable implementation</a:t>
            </a:r>
            <a:endParaRPr lang="en-IL" b="1" dirty="0">
              <a:solidFill>
                <a:schemeClr val="tx1"/>
              </a:solidFill>
              <a:latin typeface="Andale Mono" panose="020B0509000000000004" pitchFamily="49" charset="0"/>
            </a:endParaRPr>
          </a:p>
        </p:txBody>
      </p:sp>
      <p:sp>
        <p:nvSpPr>
          <p:cNvPr id="15" name="Right Arrow 14">
            <a:extLst>
              <a:ext uri="{FF2B5EF4-FFF2-40B4-BE49-F238E27FC236}">
                <a16:creationId xmlns:a16="http://schemas.microsoft.com/office/drawing/2014/main" id="{F906B2EE-81F5-5AEE-2AAD-6972DED08120}"/>
              </a:ext>
            </a:extLst>
          </p:cNvPr>
          <p:cNvSpPr/>
          <p:nvPr/>
        </p:nvSpPr>
        <p:spPr>
          <a:xfrm rot="5400000">
            <a:off x="6239574" y="1898099"/>
            <a:ext cx="578225" cy="246491"/>
          </a:xfrm>
          <a:prstGeom prst="rightArrow">
            <a:avLst/>
          </a:prstGeom>
          <a:solidFill>
            <a:schemeClr val="accent3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L"/>
          </a:p>
        </p:txBody>
      </p:sp>
      <p:sp>
        <p:nvSpPr>
          <p:cNvPr id="16" name="Rounded Rectangle 15">
            <a:extLst>
              <a:ext uri="{FF2B5EF4-FFF2-40B4-BE49-F238E27FC236}">
                <a16:creationId xmlns:a16="http://schemas.microsoft.com/office/drawing/2014/main" id="{EB642FE1-721B-76F6-40E5-D24767E53848}"/>
              </a:ext>
            </a:extLst>
          </p:cNvPr>
          <p:cNvSpPr/>
          <p:nvPr/>
        </p:nvSpPr>
        <p:spPr>
          <a:xfrm>
            <a:off x="8781067" y="97493"/>
            <a:ext cx="4182034" cy="3139887"/>
          </a:xfrm>
          <a:prstGeom prst="roundRect">
            <a:avLst/>
          </a:prstGeom>
          <a:solidFill>
            <a:schemeClr val="accent6">
              <a:lumMod val="20000"/>
              <a:lumOff val="80000"/>
            </a:schemeClr>
          </a:solidFill>
          <a:ln w="28575">
            <a:solidFill>
              <a:schemeClr val="accent3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L"/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9B3737F0-261C-A861-DEE3-699A23B076A3}"/>
              </a:ext>
            </a:extLst>
          </p:cNvPr>
          <p:cNvSpPr txBox="1"/>
          <p:nvPr/>
        </p:nvSpPr>
        <p:spPr>
          <a:xfrm>
            <a:off x="8781067" y="205069"/>
            <a:ext cx="4182034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IL" sz="1600" b="1" dirty="0">
                <a:latin typeface="Andale Mono" panose="020B0509000000000004" pitchFamily="49" charset="0"/>
              </a:rPr>
              <a:t>Objective 3: </a:t>
            </a:r>
            <a:r>
              <a:rPr lang="en-IL" sz="1600" dirty="0">
                <a:latin typeface="Andale Mono" panose="020B0509000000000004" pitchFamily="49" charset="0"/>
              </a:rPr>
              <a:t>Congestion-aware AMoD routing with the cell transmission model</a:t>
            </a:r>
          </a:p>
        </p:txBody>
      </p:sp>
      <p:sp>
        <p:nvSpPr>
          <p:cNvPr id="18" name="Round Diagonal Corner Rectangle 17">
            <a:extLst>
              <a:ext uri="{FF2B5EF4-FFF2-40B4-BE49-F238E27FC236}">
                <a16:creationId xmlns:a16="http://schemas.microsoft.com/office/drawing/2014/main" id="{70BC26C0-6F01-3E87-27FB-15A6EEC07604}"/>
              </a:ext>
            </a:extLst>
          </p:cNvPr>
          <p:cNvSpPr/>
          <p:nvPr/>
        </p:nvSpPr>
        <p:spPr>
          <a:xfrm>
            <a:off x="8942431" y="1057519"/>
            <a:ext cx="3859306" cy="830997"/>
          </a:xfrm>
          <a:prstGeom prst="round2DiagRect">
            <a:avLst/>
          </a:prstGeom>
          <a:solidFill>
            <a:schemeClr val="bg1"/>
          </a:solidFill>
          <a:ln w="28575">
            <a:solidFill>
              <a:schemeClr val="accent3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L" sz="1600" b="1" dirty="0">
                <a:solidFill>
                  <a:schemeClr val="tx1"/>
                </a:solidFill>
                <a:latin typeface="Andale Mono" panose="020B0509000000000004" pitchFamily="49" charset="0"/>
              </a:rPr>
              <a:t>Phase 3.1:</a:t>
            </a:r>
            <a:r>
              <a:rPr lang="en-IL" sz="1600" dirty="0">
                <a:solidFill>
                  <a:schemeClr val="tx1"/>
                </a:solidFill>
                <a:latin typeface="Andale Mono" panose="020B0509000000000004" pitchFamily="49" charset="0"/>
              </a:rPr>
              <a:t> Efficient solution of dynamic traffic assignment</a:t>
            </a:r>
            <a:endParaRPr lang="en-IL" b="1" dirty="0">
              <a:solidFill>
                <a:schemeClr val="tx1"/>
              </a:solidFill>
              <a:latin typeface="Andale Mono" panose="020B0509000000000004" pitchFamily="49" charset="0"/>
            </a:endParaRPr>
          </a:p>
        </p:txBody>
      </p:sp>
      <p:sp>
        <p:nvSpPr>
          <p:cNvPr id="19" name="Round Diagonal Corner Rectangle 18">
            <a:extLst>
              <a:ext uri="{FF2B5EF4-FFF2-40B4-BE49-F238E27FC236}">
                <a16:creationId xmlns:a16="http://schemas.microsoft.com/office/drawing/2014/main" id="{7386DDC4-7D61-195B-72D8-C5DF36E849E9}"/>
              </a:ext>
            </a:extLst>
          </p:cNvPr>
          <p:cNvSpPr/>
          <p:nvPr/>
        </p:nvSpPr>
        <p:spPr>
          <a:xfrm>
            <a:off x="8942431" y="2140726"/>
            <a:ext cx="3859306" cy="830997"/>
          </a:xfrm>
          <a:prstGeom prst="round2DiagRect">
            <a:avLst/>
          </a:prstGeom>
          <a:solidFill>
            <a:schemeClr val="bg1"/>
          </a:solidFill>
          <a:ln w="28575">
            <a:solidFill>
              <a:schemeClr val="accent3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L" sz="1600" b="1" dirty="0">
                <a:solidFill>
                  <a:schemeClr val="tx1"/>
                </a:solidFill>
                <a:latin typeface="Andale Mono" panose="020B0509000000000004" pitchFamily="49" charset="0"/>
              </a:rPr>
              <a:t>Phase 3.2:</a:t>
            </a:r>
            <a:r>
              <a:rPr lang="en-IL" sz="1600" dirty="0">
                <a:solidFill>
                  <a:schemeClr val="tx1"/>
                </a:solidFill>
                <a:latin typeface="Andale Mono" panose="020B0509000000000004" pitchFamily="49" charset="0"/>
              </a:rPr>
              <a:t> Incorporation of rebalancing constraints</a:t>
            </a:r>
            <a:endParaRPr lang="en-IL" b="1" dirty="0">
              <a:solidFill>
                <a:schemeClr val="tx1"/>
              </a:solidFill>
              <a:latin typeface="Andale Mono" panose="020B0509000000000004" pitchFamily="49" charset="0"/>
            </a:endParaRPr>
          </a:p>
        </p:txBody>
      </p:sp>
      <p:sp>
        <p:nvSpPr>
          <p:cNvPr id="20" name="Right Arrow 19">
            <a:extLst>
              <a:ext uri="{FF2B5EF4-FFF2-40B4-BE49-F238E27FC236}">
                <a16:creationId xmlns:a16="http://schemas.microsoft.com/office/drawing/2014/main" id="{0D6DA0D8-18EE-BAD2-87FB-0A3BD1447EC4}"/>
              </a:ext>
            </a:extLst>
          </p:cNvPr>
          <p:cNvSpPr/>
          <p:nvPr/>
        </p:nvSpPr>
        <p:spPr>
          <a:xfrm rot="5400000">
            <a:off x="10582972" y="1898099"/>
            <a:ext cx="578225" cy="246491"/>
          </a:xfrm>
          <a:prstGeom prst="rightArrow">
            <a:avLst/>
          </a:prstGeom>
          <a:solidFill>
            <a:schemeClr val="accent3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L"/>
          </a:p>
        </p:txBody>
      </p:sp>
    </p:spTree>
    <p:extLst>
      <p:ext uri="{BB962C8B-B14F-4D97-AF65-F5344CB8AC3E}">
        <p14:creationId xmlns:p14="http://schemas.microsoft.com/office/powerpoint/2010/main" val="4170796549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4" name="Table 4">
            <a:extLst>
              <a:ext uri="{FF2B5EF4-FFF2-40B4-BE49-F238E27FC236}">
                <a16:creationId xmlns:a16="http://schemas.microsoft.com/office/drawing/2014/main" id="{E84D2B28-983E-0C15-0A55-716A7449F39C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14349866"/>
              </p:ext>
            </p:extLst>
          </p:nvPr>
        </p:nvGraphicFramePr>
        <p:xfrm>
          <a:off x="1775214" y="1507304"/>
          <a:ext cx="10494885" cy="3321486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2861733">
                  <a:extLst>
                    <a:ext uri="{9D8B030D-6E8A-4147-A177-3AD203B41FA5}">
                      <a16:colId xmlns:a16="http://schemas.microsoft.com/office/drawing/2014/main" val="4251507782"/>
                    </a:ext>
                  </a:extLst>
                </a:gridCol>
                <a:gridCol w="636096">
                  <a:extLst>
                    <a:ext uri="{9D8B030D-6E8A-4147-A177-3AD203B41FA5}">
                      <a16:colId xmlns:a16="http://schemas.microsoft.com/office/drawing/2014/main" val="4112992026"/>
                    </a:ext>
                  </a:extLst>
                </a:gridCol>
                <a:gridCol w="636096">
                  <a:extLst>
                    <a:ext uri="{9D8B030D-6E8A-4147-A177-3AD203B41FA5}">
                      <a16:colId xmlns:a16="http://schemas.microsoft.com/office/drawing/2014/main" val="3589206050"/>
                    </a:ext>
                  </a:extLst>
                </a:gridCol>
                <a:gridCol w="636096">
                  <a:extLst>
                    <a:ext uri="{9D8B030D-6E8A-4147-A177-3AD203B41FA5}">
                      <a16:colId xmlns:a16="http://schemas.microsoft.com/office/drawing/2014/main" val="1797878277"/>
                    </a:ext>
                  </a:extLst>
                </a:gridCol>
                <a:gridCol w="636096">
                  <a:extLst>
                    <a:ext uri="{9D8B030D-6E8A-4147-A177-3AD203B41FA5}">
                      <a16:colId xmlns:a16="http://schemas.microsoft.com/office/drawing/2014/main" val="1948613915"/>
                    </a:ext>
                  </a:extLst>
                </a:gridCol>
                <a:gridCol w="636096">
                  <a:extLst>
                    <a:ext uri="{9D8B030D-6E8A-4147-A177-3AD203B41FA5}">
                      <a16:colId xmlns:a16="http://schemas.microsoft.com/office/drawing/2014/main" val="2609196735"/>
                    </a:ext>
                  </a:extLst>
                </a:gridCol>
                <a:gridCol w="636096">
                  <a:extLst>
                    <a:ext uri="{9D8B030D-6E8A-4147-A177-3AD203B41FA5}">
                      <a16:colId xmlns:a16="http://schemas.microsoft.com/office/drawing/2014/main" val="2699395600"/>
                    </a:ext>
                  </a:extLst>
                </a:gridCol>
                <a:gridCol w="636096">
                  <a:extLst>
                    <a:ext uri="{9D8B030D-6E8A-4147-A177-3AD203B41FA5}">
                      <a16:colId xmlns:a16="http://schemas.microsoft.com/office/drawing/2014/main" val="2210478165"/>
                    </a:ext>
                  </a:extLst>
                </a:gridCol>
                <a:gridCol w="636096">
                  <a:extLst>
                    <a:ext uri="{9D8B030D-6E8A-4147-A177-3AD203B41FA5}">
                      <a16:colId xmlns:a16="http://schemas.microsoft.com/office/drawing/2014/main" val="1268885255"/>
                    </a:ext>
                  </a:extLst>
                </a:gridCol>
                <a:gridCol w="636096">
                  <a:extLst>
                    <a:ext uri="{9D8B030D-6E8A-4147-A177-3AD203B41FA5}">
                      <a16:colId xmlns:a16="http://schemas.microsoft.com/office/drawing/2014/main" val="1029425343"/>
                    </a:ext>
                  </a:extLst>
                </a:gridCol>
                <a:gridCol w="636096">
                  <a:extLst>
                    <a:ext uri="{9D8B030D-6E8A-4147-A177-3AD203B41FA5}">
                      <a16:colId xmlns:a16="http://schemas.microsoft.com/office/drawing/2014/main" val="2460825928"/>
                    </a:ext>
                  </a:extLst>
                </a:gridCol>
                <a:gridCol w="636096">
                  <a:extLst>
                    <a:ext uri="{9D8B030D-6E8A-4147-A177-3AD203B41FA5}">
                      <a16:colId xmlns:a16="http://schemas.microsoft.com/office/drawing/2014/main" val="1395449784"/>
                    </a:ext>
                  </a:extLst>
                </a:gridCol>
                <a:gridCol w="636096">
                  <a:extLst>
                    <a:ext uri="{9D8B030D-6E8A-4147-A177-3AD203B41FA5}">
                      <a16:colId xmlns:a16="http://schemas.microsoft.com/office/drawing/2014/main" val="1460435684"/>
                    </a:ext>
                  </a:extLst>
                </a:gridCol>
              </a:tblGrid>
              <a:tr h="395406">
                <a:tc>
                  <a:txBody>
                    <a:bodyPr/>
                    <a:lstStyle/>
                    <a:p>
                      <a:endParaRPr lang="en-IL" dirty="0">
                        <a:latin typeface="LM Sans 10" pitchFamily="2" charset="77"/>
                      </a:endParaRP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 gridSpan="12">
                  <a:txBody>
                    <a:bodyPr/>
                    <a:lstStyle/>
                    <a:p>
                      <a:pPr algn="ctr"/>
                      <a:r>
                        <a:rPr lang="en-IL" sz="2400" dirty="0">
                          <a:latin typeface="LM Sans 10" pitchFamily="2" charset="77"/>
                        </a:rPr>
                        <a:t>Timeline</a:t>
                      </a:r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hMerge="1">
                  <a:txBody>
                    <a:bodyPr/>
                    <a:lstStyle/>
                    <a:p>
                      <a:pPr algn="ctr"/>
                      <a:endParaRPr lang="en-IL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hMerge="1">
                  <a:txBody>
                    <a:bodyPr/>
                    <a:lstStyle/>
                    <a:p>
                      <a:pPr algn="ctr"/>
                      <a:endParaRPr lang="en-IL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hMerge="1">
                  <a:txBody>
                    <a:bodyPr/>
                    <a:lstStyle/>
                    <a:p>
                      <a:pPr algn="ctr"/>
                      <a:endParaRPr lang="en-IL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hMerge="1">
                  <a:txBody>
                    <a:bodyPr/>
                    <a:lstStyle/>
                    <a:p>
                      <a:pPr algn="ctr"/>
                      <a:endParaRPr lang="en-IL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hMerge="1">
                  <a:txBody>
                    <a:bodyPr/>
                    <a:lstStyle/>
                    <a:p>
                      <a:pPr algn="ctr"/>
                      <a:endParaRPr lang="en-IL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hMerge="1">
                  <a:txBody>
                    <a:bodyPr/>
                    <a:lstStyle/>
                    <a:p>
                      <a:pPr algn="ctr"/>
                      <a:endParaRPr lang="en-IL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hMerge="1">
                  <a:txBody>
                    <a:bodyPr/>
                    <a:lstStyle/>
                    <a:p>
                      <a:pPr algn="ctr"/>
                      <a:endParaRPr lang="en-IL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hMerge="1">
                  <a:txBody>
                    <a:bodyPr/>
                    <a:lstStyle/>
                    <a:p>
                      <a:pPr algn="ctr"/>
                      <a:endParaRPr lang="en-IL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hMerge="1">
                  <a:txBody>
                    <a:bodyPr/>
                    <a:lstStyle/>
                    <a:p>
                      <a:pPr algn="ctr"/>
                      <a:endParaRPr lang="en-IL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hMerge="1">
                  <a:txBody>
                    <a:bodyPr/>
                    <a:lstStyle/>
                    <a:p>
                      <a:pPr algn="ctr"/>
                      <a:endParaRPr lang="en-IL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hMerge="1">
                  <a:txBody>
                    <a:bodyPr/>
                    <a:lstStyle/>
                    <a:p>
                      <a:pPr algn="ctr"/>
                      <a:endParaRPr lang="en-IL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600284039"/>
                  </a:ext>
                </a:extLst>
              </a:tr>
              <a:tr h="395406">
                <a:tc>
                  <a:txBody>
                    <a:bodyPr/>
                    <a:lstStyle/>
                    <a:p>
                      <a:endParaRPr lang="en-IL" dirty="0">
                        <a:latin typeface="LM Sans 10" pitchFamily="2" charset="77"/>
                      </a:endParaRP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L" dirty="0">
                          <a:latin typeface="LM Sans 10" pitchFamily="2" charset="77"/>
                        </a:rPr>
                        <a:t>3</a:t>
                      </a:r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L" dirty="0">
                          <a:latin typeface="LM Sans 10" pitchFamily="2" charset="77"/>
                        </a:rPr>
                        <a:t>6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L" dirty="0">
                          <a:latin typeface="LM Sans 10" pitchFamily="2" charset="77"/>
                        </a:rPr>
                        <a:t>9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L" dirty="0">
                          <a:latin typeface="LM Sans 10" pitchFamily="2" charset="77"/>
                        </a:rPr>
                        <a:t>12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L" dirty="0">
                          <a:latin typeface="LM Sans 10" pitchFamily="2" charset="77"/>
                        </a:rPr>
                        <a:t>15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L" dirty="0">
                          <a:latin typeface="LM Sans 10" pitchFamily="2" charset="77"/>
                        </a:rPr>
                        <a:t>18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L" dirty="0">
                          <a:latin typeface="LM Sans 10" pitchFamily="2" charset="77"/>
                        </a:rPr>
                        <a:t>21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L" dirty="0">
                          <a:latin typeface="LM Sans 10" pitchFamily="2" charset="77"/>
                        </a:rPr>
                        <a:t>24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L" dirty="0">
                          <a:latin typeface="LM Sans 10" pitchFamily="2" charset="77"/>
                        </a:rPr>
                        <a:t>27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L" dirty="0">
                          <a:latin typeface="LM Sans 10" pitchFamily="2" charset="77"/>
                        </a:rPr>
                        <a:t>30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L" dirty="0">
                          <a:latin typeface="LM Sans 10" pitchFamily="2" charset="77"/>
                        </a:rPr>
                        <a:t>33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L" dirty="0">
                          <a:latin typeface="LM Sans 10" pitchFamily="2" charset="77"/>
                        </a:rPr>
                        <a:t>36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4242698613"/>
                  </a:ext>
                </a:extLst>
              </a:tr>
              <a:tr h="411480">
                <a:tc rowSpan="2">
                  <a:txBody>
                    <a:bodyPr/>
                    <a:lstStyle/>
                    <a:p>
                      <a:pPr marL="0" algn="ctr" defTabSz="914400" rtl="0" eaLnBrk="1" latinLnBrk="0" hangingPunct="1"/>
                      <a:r>
                        <a:rPr lang="en-IL" sz="1600" b="1" dirty="0">
                          <a:latin typeface="LM Sans 10" pitchFamily="2" charset="77"/>
                        </a:rPr>
                        <a:t>Objective 1:</a:t>
                      </a:r>
                      <a:r>
                        <a:rPr lang="en-IL" sz="1600" dirty="0">
                          <a:latin typeface="LM Sans 10" pitchFamily="2" charset="77"/>
                        </a:rPr>
                        <a:t> </a:t>
                      </a:r>
                      <a:br>
                        <a:rPr lang="en-IL" sz="1600" dirty="0">
                          <a:latin typeface="LM Sans 10" pitchFamily="2" charset="77"/>
                        </a:rPr>
                      </a:br>
                      <a:r>
                        <a:rPr lang="en-IL" sz="1600" dirty="0">
                          <a:latin typeface="LM Sans 10" pitchFamily="2" charset="77"/>
                        </a:rPr>
                        <a:t>Communication-aware multi-vehicle autonomy</a:t>
                      </a:r>
                    </a:p>
                  </a:txBody>
                  <a:tcPr anchor="ctr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gridSpan="5">
                  <a:txBody>
                    <a:bodyPr/>
                    <a:lstStyle/>
                    <a:p>
                      <a:pPr algn="ctr"/>
                      <a:r>
                        <a:rPr lang="en-US" sz="1600" dirty="0">
                          <a:latin typeface="LM Sans 10" pitchFamily="2" charset="77"/>
                        </a:rPr>
                        <a:t>Filtering-based approaches</a:t>
                      </a:r>
                      <a:endParaRPr lang="en-IL" sz="1600" dirty="0">
                        <a:latin typeface="LM Sans 10" pitchFamily="2" charset="77"/>
                      </a:endParaRPr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BA79A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en-IL" dirty="0"/>
                    </a:p>
                  </a:txBody>
                  <a:tcPr>
                    <a:solidFill>
                      <a:srgbClr val="EBA79A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en-IL" dirty="0">
                        <a:latin typeface="LM Sans 10" pitchFamily="2" charset="77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hMerge="1">
                  <a:txBody>
                    <a:bodyPr/>
                    <a:lstStyle/>
                    <a:p>
                      <a:endParaRPr lang="en-IL" dirty="0">
                        <a:latin typeface="LM Sans 10" pitchFamily="2" charset="77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hMerge="1">
                  <a:txBody>
                    <a:bodyPr/>
                    <a:lstStyle/>
                    <a:p>
                      <a:endParaRPr lang="en-IL" dirty="0">
                        <a:latin typeface="LM Sans 10" pitchFamily="2" charset="77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IL" sz="1600">
                        <a:latin typeface="LM Sans 10" pitchFamily="2" charset="77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IL" sz="1600">
                        <a:latin typeface="LM Sans 10" pitchFamily="2" charset="77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IL" sz="1600">
                        <a:latin typeface="LM Sans 10" pitchFamily="2" charset="77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IL" sz="1600" dirty="0">
                        <a:latin typeface="LM Sans 10" pitchFamily="2" charset="77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IL" sz="1600">
                        <a:latin typeface="LM Sans 10" pitchFamily="2" charset="77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IL" dirty="0">
                        <a:latin typeface="LM Sans 10" pitchFamily="2" charset="77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IL" dirty="0">
                        <a:latin typeface="LM Sans 10" pitchFamily="2" charset="77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020465668"/>
                  </a:ext>
                </a:extLst>
              </a:tr>
              <a:tr h="411480">
                <a:tc vMerge="1">
                  <a:txBody>
                    <a:bodyPr/>
                    <a:lstStyle/>
                    <a:p>
                      <a:pPr algn="r"/>
                      <a:endParaRPr lang="en-IL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IL" sz="1600" dirty="0">
                        <a:latin typeface="LM Sans 10" pitchFamily="2" charset="77"/>
                      </a:endParaRPr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IL" sz="1600" dirty="0">
                        <a:latin typeface="LM Sans 10" pitchFamily="2" charset="77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IL" sz="1600" dirty="0">
                        <a:latin typeface="LM Sans 10" pitchFamily="2" charset="77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IL" sz="1600" dirty="0">
                        <a:latin typeface="LM Sans 10" pitchFamily="2" charset="77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 gridSpan="5">
                  <a:txBody>
                    <a:bodyPr/>
                    <a:lstStyle/>
                    <a:p>
                      <a:pPr algn="ctr"/>
                      <a:r>
                        <a:rPr lang="en-US" sz="1600" dirty="0">
                          <a:latin typeface="LM Sans 10" pitchFamily="2" charset="77"/>
                        </a:rPr>
                        <a:t>Factor-graph approaches</a:t>
                      </a:r>
                      <a:endParaRPr lang="en-IL" sz="1600" dirty="0">
                        <a:latin typeface="LM Sans 10" pitchFamily="2" charset="77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E9D91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en-IL" dirty="0">
                        <a:latin typeface="LM Sans 10" pitchFamily="2" charset="77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hMerge="1">
                  <a:txBody>
                    <a:bodyPr/>
                    <a:lstStyle/>
                    <a:p>
                      <a:endParaRPr lang="en-IL" dirty="0">
                        <a:latin typeface="LM Sans 10" pitchFamily="2" charset="77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hMerge="1">
                  <a:txBody>
                    <a:bodyPr/>
                    <a:lstStyle/>
                    <a:p>
                      <a:endParaRPr lang="en-IL" dirty="0">
                        <a:latin typeface="LM Sans 10" pitchFamily="2" charset="77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hMerge="1">
                  <a:txBody>
                    <a:bodyPr/>
                    <a:lstStyle/>
                    <a:p>
                      <a:endParaRPr lang="en-IL" dirty="0">
                        <a:latin typeface="LM Sans 10" pitchFamily="2" charset="77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IL" sz="1600" dirty="0">
                        <a:latin typeface="LM Sans 10" pitchFamily="2" charset="77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IL" dirty="0">
                        <a:latin typeface="LM Sans 10" pitchFamily="2" charset="77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IL" dirty="0">
                        <a:latin typeface="LM Sans 10" pitchFamily="2" charset="77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694203136"/>
                  </a:ext>
                </a:extLst>
              </a:tr>
              <a:tr h="411480">
                <a:tc rowSpan="2"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IL" sz="1600" b="1" dirty="0">
                          <a:latin typeface="LM Sans 10" pitchFamily="2" charset="77"/>
                        </a:rPr>
                        <a:t>Objective 2:</a:t>
                      </a:r>
                      <a:r>
                        <a:rPr lang="en-IL" sz="1600" dirty="0">
                          <a:latin typeface="LM Sans 10" pitchFamily="2" charset="77"/>
                        </a:rPr>
                        <a:t> </a:t>
                      </a:r>
                      <a:br>
                        <a:rPr lang="en-IL" sz="1600" dirty="0">
                          <a:latin typeface="LM Sans 10" pitchFamily="2" charset="77"/>
                        </a:rPr>
                      </a:br>
                      <a:r>
                        <a:rPr lang="en-US" sz="1600" dirty="0">
                          <a:latin typeface="LM Sans 10" pitchFamily="2" charset="77"/>
                        </a:rPr>
                        <a:t>Coded communication over heterogeneous networks</a:t>
                      </a:r>
                      <a:endParaRPr lang="en-IL" sz="1600" dirty="0">
                        <a:latin typeface="LM Sans 10" pitchFamily="2" charset="77"/>
                      </a:endParaRPr>
                    </a:p>
                  </a:txBody>
                  <a:tcPr anchor="ctr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gridSpan="5"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600" dirty="0">
                          <a:latin typeface="LM Sans 10" pitchFamily="2" charset="77"/>
                        </a:rPr>
                        <a:t>Coded ARQ protocol design</a:t>
                      </a:r>
                      <a:endParaRPr lang="en-IL" sz="1600" dirty="0">
                        <a:latin typeface="LM Sans 10" pitchFamily="2" charset="77"/>
                      </a:endParaRPr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6">
                        <a:lumMod val="60000"/>
                        <a:lumOff val="40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en-IL" dirty="0">
                        <a:latin typeface="LM Sans 10" pitchFamily="2" charset="77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hMerge="1">
                  <a:txBody>
                    <a:bodyPr/>
                    <a:lstStyle/>
                    <a:p>
                      <a:endParaRPr lang="en-IL" dirty="0">
                        <a:latin typeface="LM Sans 10" pitchFamily="2" charset="77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hMerge="1">
                  <a:txBody>
                    <a:bodyPr/>
                    <a:lstStyle/>
                    <a:p>
                      <a:endParaRPr lang="en-IL" dirty="0">
                        <a:latin typeface="LM Sans 10" pitchFamily="2" charset="77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hMerge="1">
                  <a:txBody>
                    <a:bodyPr/>
                    <a:lstStyle/>
                    <a:p>
                      <a:endParaRPr lang="en-IL" dirty="0">
                        <a:latin typeface="LM Sans 10" pitchFamily="2" charset="77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IL" sz="1600" dirty="0">
                        <a:latin typeface="LM Sans 10" pitchFamily="2" charset="77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IL" sz="1600" dirty="0">
                        <a:latin typeface="LM Sans 10" pitchFamily="2" charset="77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IL" sz="1600" dirty="0">
                        <a:latin typeface="LM Sans 10" pitchFamily="2" charset="77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IL" sz="1600">
                        <a:latin typeface="LM Sans 10" pitchFamily="2" charset="77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IL" sz="1600">
                        <a:latin typeface="LM Sans 10" pitchFamily="2" charset="77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IL">
                        <a:latin typeface="LM Sans 10" pitchFamily="2" charset="77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IL" dirty="0">
                        <a:latin typeface="LM Sans 10" pitchFamily="2" charset="77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334612011"/>
                  </a:ext>
                </a:extLst>
              </a:tr>
              <a:tr h="411480">
                <a:tc vMerge="1">
                  <a:txBody>
                    <a:bodyPr/>
                    <a:lstStyle/>
                    <a:p>
                      <a:pPr algn="r"/>
                      <a:endParaRPr lang="en-IL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IL" sz="1600" dirty="0">
                        <a:latin typeface="LM Sans 10" pitchFamily="2" charset="77"/>
                      </a:endParaRPr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IL" sz="1600" dirty="0">
                        <a:latin typeface="LM Sans 10" pitchFamily="2" charset="77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IL" sz="1600" dirty="0">
                        <a:latin typeface="LM Sans 10" pitchFamily="2" charset="77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IL" sz="1600" dirty="0">
                        <a:latin typeface="LM Sans 10" pitchFamily="2" charset="77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gridSpan="5"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600" dirty="0">
                          <a:latin typeface="LM Sans 10" pitchFamily="2" charset="77"/>
                        </a:rPr>
                        <a:t>Analysis and limits study</a:t>
                      </a:r>
                      <a:endParaRPr lang="en-IL" sz="1600" dirty="0">
                        <a:latin typeface="LM Sans 10" pitchFamily="2" charset="77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6">
                        <a:lumMod val="60000"/>
                        <a:lumOff val="40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en-IL" dirty="0">
                        <a:latin typeface="LM Sans 10" pitchFamily="2" charset="77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hMerge="1">
                  <a:txBody>
                    <a:bodyPr/>
                    <a:lstStyle/>
                    <a:p>
                      <a:endParaRPr lang="en-IL" dirty="0">
                        <a:latin typeface="LM Sans 10" pitchFamily="2" charset="77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hMerge="1">
                  <a:txBody>
                    <a:bodyPr/>
                    <a:lstStyle/>
                    <a:p>
                      <a:endParaRPr lang="en-IL" dirty="0">
                        <a:latin typeface="LM Sans 10" pitchFamily="2" charset="77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6">
                        <a:lumMod val="60000"/>
                        <a:lumOff val="40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en-IL" dirty="0">
                        <a:latin typeface="LM Sans 10" pitchFamily="2" charset="77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IL" sz="1600" dirty="0">
                        <a:latin typeface="LM Sans 10" pitchFamily="2" charset="77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IL">
                        <a:latin typeface="LM Sans 10" pitchFamily="2" charset="77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IL">
                        <a:latin typeface="LM Sans 10" pitchFamily="2" charset="77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484039350"/>
                  </a:ext>
                </a:extLst>
              </a:tr>
              <a:tr h="411480">
                <a:tc rowSpan="2"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IL" sz="1600" b="1" dirty="0">
                          <a:latin typeface="LM Sans 10" pitchFamily="2" charset="77"/>
                        </a:rPr>
                        <a:t>Objective 3:</a:t>
                      </a:r>
                      <a:r>
                        <a:rPr lang="en-IL" sz="1600" dirty="0">
                          <a:latin typeface="LM Sans 10" pitchFamily="2" charset="77"/>
                        </a:rPr>
                        <a:t> </a:t>
                      </a:r>
                      <a:r>
                        <a:rPr lang="en-US" sz="1600" dirty="0">
                          <a:latin typeface="LM Sans 10" pitchFamily="2" charset="77"/>
                        </a:rPr>
                        <a:t>Co-design of multi-vehicle autonomy and coded communication</a:t>
                      </a:r>
                      <a:endParaRPr lang="en-IL" sz="1600" dirty="0">
                        <a:latin typeface="LM Sans 10" pitchFamily="2" charset="77"/>
                      </a:endParaRPr>
                    </a:p>
                  </a:txBody>
                  <a:tcPr anchor="ctr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IL" sz="1600">
                        <a:latin typeface="LM Sans 10" pitchFamily="2" charset="77"/>
                      </a:endParaRPr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IL" sz="1600">
                        <a:latin typeface="LM Sans 10" pitchFamily="2" charset="77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IL" sz="1600" dirty="0">
                        <a:latin typeface="LM Sans 10" pitchFamily="2" charset="77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IL" sz="1600" dirty="0">
                        <a:latin typeface="LM Sans 10" pitchFamily="2" charset="77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gridSpan="4">
                  <a:txBody>
                    <a:bodyPr/>
                    <a:lstStyle/>
                    <a:p>
                      <a:pPr algn="ctr"/>
                      <a:r>
                        <a:rPr lang="en-IL" sz="1600" dirty="0">
                          <a:latin typeface="LM Sans 10" pitchFamily="2" charset="77"/>
                        </a:rPr>
                        <a:t>Freashness optimization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5">
                        <a:lumMod val="60000"/>
                        <a:lumOff val="40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en-IL" dirty="0">
                        <a:latin typeface="LM Sans 10" pitchFamily="2" charset="77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hMerge="1">
                  <a:txBody>
                    <a:bodyPr/>
                    <a:lstStyle/>
                    <a:p>
                      <a:endParaRPr lang="en-IL" dirty="0">
                        <a:latin typeface="LM Sans 10" pitchFamily="2" charset="77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hMerge="1">
                  <a:txBody>
                    <a:bodyPr/>
                    <a:lstStyle/>
                    <a:p>
                      <a:endParaRPr lang="en-IL" dirty="0">
                        <a:latin typeface="LM Sans 10" pitchFamily="2" charset="77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IL" sz="1600" dirty="0">
                        <a:latin typeface="LM Sans 10" pitchFamily="2" charset="77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IL" sz="1600" dirty="0">
                        <a:latin typeface="LM Sans 10" pitchFamily="2" charset="77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IL" dirty="0">
                        <a:latin typeface="LM Sans 10" pitchFamily="2" charset="77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IL" dirty="0">
                        <a:latin typeface="LM Sans 10" pitchFamily="2" charset="77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505613543"/>
                  </a:ext>
                </a:extLst>
              </a:tr>
              <a:tr h="411480">
                <a:tc vMerge="1">
                  <a:txBody>
                    <a:bodyPr/>
                    <a:lstStyle/>
                    <a:p>
                      <a:pPr algn="r"/>
                      <a:endParaRPr lang="en-IL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IL" sz="1600" dirty="0">
                        <a:latin typeface="LM Sans 10" pitchFamily="2" charset="77"/>
                      </a:endParaRPr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IL" sz="1600">
                        <a:latin typeface="LM Sans 10" pitchFamily="2" charset="77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IL" sz="1600" dirty="0">
                        <a:latin typeface="LM Sans 10" pitchFamily="2" charset="77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IL" sz="1600" dirty="0">
                        <a:latin typeface="LM Sans 10" pitchFamily="2" charset="77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IL" sz="1600" dirty="0">
                        <a:latin typeface="LM Sans 10" pitchFamily="2" charset="77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IL" sz="1600" dirty="0">
                        <a:latin typeface="LM Sans 10" pitchFamily="2" charset="77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IL" sz="1600" dirty="0">
                        <a:latin typeface="LM Sans 10" pitchFamily="2" charset="77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IL" sz="1600" dirty="0">
                        <a:latin typeface="LM Sans 10" pitchFamily="2" charset="77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gridSpan="4">
                  <a:txBody>
                    <a:bodyPr/>
                    <a:lstStyle/>
                    <a:p>
                      <a:pPr algn="ctr"/>
                      <a:r>
                        <a:rPr lang="en-IL" sz="1600" dirty="0">
                          <a:latin typeface="LM Sans 10" pitchFamily="2" charset="77"/>
                        </a:rPr>
                        <a:t>Further co-design solutions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5">
                        <a:lumMod val="60000"/>
                        <a:lumOff val="40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algn="ctr"/>
                      <a:endParaRPr lang="en-IL" dirty="0">
                        <a:latin typeface="LM Sans 10" pitchFamily="2" charset="77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hMerge="1">
                  <a:txBody>
                    <a:bodyPr/>
                    <a:lstStyle/>
                    <a:p>
                      <a:pPr algn="ctr"/>
                      <a:endParaRPr lang="en-IL" dirty="0">
                        <a:latin typeface="LM Sans 10" pitchFamily="2" charset="77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60000"/>
                        <a:lumOff val="40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en-IL" dirty="0"/>
                    </a:p>
                  </a:txBody>
                  <a:tcPr>
                    <a:solidFill>
                      <a:schemeClr val="accent1">
                        <a:lumMod val="60000"/>
                        <a:lumOff val="4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160615904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153652517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5" name="Picture 14" descr="A close up of a device&#10;&#10;Description automatically generated">
            <a:extLst>
              <a:ext uri="{FF2B5EF4-FFF2-40B4-BE49-F238E27FC236}">
                <a16:creationId xmlns:a16="http://schemas.microsoft.com/office/drawing/2014/main" id="{8722EE39-9FC2-7382-C051-03FE9DBE64D5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267326" y="-592612"/>
            <a:ext cx="12529637" cy="7632780"/>
          </a:xfrm>
          <a:prstGeom prst="rect">
            <a:avLst/>
          </a:prstGeom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</p:spPr>
      </p:pic>
    </p:spTree>
    <p:extLst>
      <p:ext uri="{BB962C8B-B14F-4D97-AF65-F5344CB8AC3E}">
        <p14:creationId xmlns:p14="http://schemas.microsoft.com/office/powerpoint/2010/main" val="3938093481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" name="קבוצה 24">
            <a:extLst>
              <a:ext uri="{FF2B5EF4-FFF2-40B4-BE49-F238E27FC236}">
                <a16:creationId xmlns:a16="http://schemas.microsoft.com/office/drawing/2014/main" id="{94EB92D8-5643-15F5-59C7-D7B13A9234D9}"/>
              </a:ext>
            </a:extLst>
          </p:cNvPr>
          <p:cNvGrpSpPr/>
          <p:nvPr/>
        </p:nvGrpSpPr>
        <p:grpSpPr>
          <a:xfrm>
            <a:off x="4308206" y="2071235"/>
            <a:ext cx="3520722" cy="2965266"/>
            <a:chOff x="0" y="203979"/>
            <a:chExt cx="2362971" cy="2085405"/>
          </a:xfrm>
        </p:grpSpPr>
        <p:pic>
          <p:nvPicPr>
            <p:cNvPr id="11" name="תמונה 1" descr="תמונה שמכילה צילום מסך, קו, טקסט, תרשים&#10;&#10;התיאור נוצר באופן אוטומטי">
              <a:extLst>
                <a:ext uri="{FF2B5EF4-FFF2-40B4-BE49-F238E27FC236}">
                  <a16:creationId xmlns:a16="http://schemas.microsoft.com/office/drawing/2014/main" id="{2DC8C513-405F-EBB9-F029-501C6AD74E6D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2"/>
            <a:srcRect t="7868" b="11706"/>
            <a:stretch>
              <a:fillRect/>
            </a:stretch>
          </p:blipFill>
          <p:spPr>
            <a:xfrm>
              <a:off x="0" y="203979"/>
              <a:ext cx="1484928" cy="2085340"/>
            </a:xfrm>
            <a:prstGeom prst="rect">
              <a:avLst/>
            </a:prstGeom>
          </p:spPr>
        </p:pic>
        <p:sp>
          <p:nvSpPr>
            <p:cNvPr id="6" name="מלבן 21">
              <a:extLst>
                <a:ext uri="{FF2B5EF4-FFF2-40B4-BE49-F238E27FC236}">
                  <a16:creationId xmlns:a16="http://schemas.microsoft.com/office/drawing/2014/main" id="{FC86FE12-9FDA-892D-945D-A9117BB51561}"/>
                </a:ext>
              </a:extLst>
            </p:cNvPr>
            <p:cNvSpPr/>
            <p:nvPr/>
          </p:nvSpPr>
          <p:spPr>
            <a:xfrm>
              <a:off x="2115321" y="1023304"/>
              <a:ext cx="247650" cy="254000"/>
            </a:xfrm>
            <a:prstGeom prst="rect">
              <a:avLst/>
            </a:prstGeom>
            <a:noFill/>
            <a:ln w="19050">
              <a:solidFill>
                <a:schemeClr val="bg1"/>
              </a:solidFill>
              <a:prstDash val="dash"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91440" tIns="45720" rIns="91440" bIns="45720" numCol="1" spcCol="0" rtlCol="1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endParaRPr lang="en-US"/>
            </a:p>
          </p:txBody>
        </p:sp>
        <p:cxnSp>
          <p:nvCxnSpPr>
            <p:cNvPr id="8" name="מחבר ישר 22">
              <a:extLst>
                <a:ext uri="{FF2B5EF4-FFF2-40B4-BE49-F238E27FC236}">
                  <a16:creationId xmlns:a16="http://schemas.microsoft.com/office/drawing/2014/main" id="{BB22296A-A8AC-6E05-8520-D776F58D85E1}"/>
                </a:ext>
              </a:extLst>
            </p:cNvPr>
            <p:cNvCxnSpPr/>
            <p:nvPr/>
          </p:nvCxnSpPr>
          <p:spPr>
            <a:xfrm flipH="1" flipV="1">
              <a:off x="1383823" y="233665"/>
              <a:ext cx="730250" cy="787400"/>
            </a:xfrm>
            <a:prstGeom prst="line">
              <a:avLst/>
            </a:prstGeom>
            <a:ln>
              <a:solidFill>
                <a:schemeClr val="bg1"/>
              </a:solidFill>
              <a:prstDash val="sysDash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" name="מחבר ישר 22">
              <a:extLst>
                <a:ext uri="{FF2B5EF4-FFF2-40B4-BE49-F238E27FC236}">
                  <a16:creationId xmlns:a16="http://schemas.microsoft.com/office/drawing/2014/main" id="{69818CDF-E579-5D2D-FB48-D2B6ABEF2738}"/>
                </a:ext>
              </a:extLst>
            </p:cNvPr>
            <p:cNvCxnSpPr/>
            <p:nvPr/>
          </p:nvCxnSpPr>
          <p:spPr>
            <a:xfrm flipH="1">
              <a:off x="1426107" y="1277011"/>
              <a:ext cx="692150" cy="939800"/>
            </a:xfrm>
            <a:prstGeom prst="line">
              <a:avLst/>
            </a:prstGeom>
            <a:ln>
              <a:solidFill>
                <a:schemeClr val="bg1"/>
              </a:solidFill>
              <a:prstDash val="sysDash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10" name="מלבן 23">
              <a:extLst>
                <a:ext uri="{FF2B5EF4-FFF2-40B4-BE49-F238E27FC236}">
                  <a16:creationId xmlns:a16="http://schemas.microsoft.com/office/drawing/2014/main" id="{50290FE0-A708-F7F1-822C-678AD16A9A7E}"/>
                </a:ext>
              </a:extLst>
            </p:cNvPr>
            <p:cNvSpPr/>
            <p:nvPr/>
          </p:nvSpPr>
          <p:spPr>
            <a:xfrm>
              <a:off x="99434" y="204044"/>
              <a:ext cx="1282513" cy="2085340"/>
            </a:xfrm>
            <a:prstGeom prst="rect">
              <a:avLst/>
            </a:prstGeom>
            <a:noFill/>
            <a:ln w="19050">
              <a:solidFill>
                <a:schemeClr val="bg1"/>
              </a:solidFill>
              <a:prstDash val="sysDash"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91440" tIns="45720" rIns="91440" bIns="45720" numCol="1" spcCol="0" rtlCol="1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endParaRPr lang="en-US"/>
            </a:p>
          </p:txBody>
        </p:sp>
      </p:grpSp>
      <p:pic>
        <p:nvPicPr>
          <p:cNvPr id="13" name="image20.png">
            <a:extLst>
              <a:ext uri="{FF2B5EF4-FFF2-40B4-BE49-F238E27FC236}">
                <a16:creationId xmlns:a16="http://schemas.microsoft.com/office/drawing/2014/main" id="{DEFF3F03-44E0-1179-BE9D-E74C17C530F1}"/>
              </a:ext>
            </a:extLst>
          </p:cNvPr>
          <p:cNvPicPr/>
          <p:nvPr/>
        </p:nvPicPr>
        <p:blipFill>
          <a:blip r:embed="rId3"/>
          <a:srcRect t="4303" r="65619" b="21732"/>
          <a:stretch>
            <a:fillRect/>
          </a:stretch>
        </p:blipFill>
        <p:spPr>
          <a:xfrm>
            <a:off x="1166720" y="2104220"/>
            <a:ext cx="3274361" cy="2932281"/>
          </a:xfrm>
          <a:prstGeom prst="rect">
            <a:avLst/>
          </a:prstGeom>
          <a:ln/>
        </p:spPr>
      </p:pic>
    </p:spTree>
    <p:extLst>
      <p:ext uri="{BB962C8B-B14F-4D97-AF65-F5344CB8AC3E}">
        <p14:creationId xmlns:p14="http://schemas.microsoft.com/office/powerpoint/2010/main" val="2626616815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32" name="Picture 131">
            <a:extLst>
              <a:ext uri="{FF2B5EF4-FFF2-40B4-BE49-F238E27FC236}">
                <a16:creationId xmlns:a16="http://schemas.microsoft.com/office/drawing/2014/main" id="{3E02FFF4-B03B-9F0C-1A72-2D009D6AF4AF}"/>
              </a:ext>
            </a:extLst>
          </p:cNvPr>
          <p:cNvPicPr>
            <a:picLocks noChangeAspect="1"/>
          </p:cNvPicPr>
          <p:nvPr/>
        </p:nvPicPr>
        <p:blipFill>
          <a:blip r:embed="rId2">
            <a:alphaModFix amt="70000"/>
          </a:blip>
          <a:stretch>
            <a:fillRect/>
          </a:stretch>
        </p:blipFill>
        <p:spPr>
          <a:xfrm>
            <a:off x="6710161" y="2211561"/>
            <a:ext cx="1652067" cy="1652067"/>
          </a:xfrm>
          <a:prstGeom prst="rect">
            <a:avLst/>
          </a:prstGeom>
        </p:spPr>
      </p:pic>
      <p:sp>
        <p:nvSpPr>
          <p:cNvPr id="5" name="Rectangle 4">
            <a:extLst>
              <a:ext uri="{FF2B5EF4-FFF2-40B4-BE49-F238E27FC236}">
                <a16:creationId xmlns:a16="http://schemas.microsoft.com/office/drawing/2014/main" id="{DEF34D98-6E94-B425-FE73-F53E5F508A5D}"/>
              </a:ext>
            </a:extLst>
          </p:cNvPr>
          <p:cNvSpPr/>
          <p:nvPr/>
        </p:nvSpPr>
        <p:spPr>
          <a:xfrm>
            <a:off x="4624262" y="2841533"/>
            <a:ext cx="653951" cy="1060780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3276601A-F5F4-EC95-4145-739004595FBA}"/>
              </a:ext>
            </a:extLst>
          </p:cNvPr>
          <p:cNvSpPr/>
          <p:nvPr/>
        </p:nvSpPr>
        <p:spPr>
          <a:xfrm>
            <a:off x="4918182" y="2177330"/>
            <a:ext cx="653951" cy="1060780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pic>
        <p:nvPicPr>
          <p:cNvPr id="12" name="Graphic 11" descr="City outline">
            <a:extLst>
              <a:ext uri="{FF2B5EF4-FFF2-40B4-BE49-F238E27FC236}">
                <a16:creationId xmlns:a16="http://schemas.microsoft.com/office/drawing/2014/main" id="{DE8AAABB-813C-1453-7B54-E9EB463D6000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3946919" y="1336089"/>
            <a:ext cx="3112917" cy="3112917"/>
          </a:xfrm>
          <a:prstGeom prst="rect">
            <a:avLst/>
          </a:prstGeom>
        </p:spPr>
      </p:pic>
      <p:grpSp>
        <p:nvGrpSpPr>
          <p:cNvPr id="159" name="Group 158">
            <a:extLst>
              <a:ext uri="{FF2B5EF4-FFF2-40B4-BE49-F238E27FC236}">
                <a16:creationId xmlns:a16="http://schemas.microsoft.com/office/drawing/2014/main" id="{8603715E-6ED6-4B71-8DDB-416D54799C29}"/>
              </a:ext>
            </a:extLst>
          </p:cNvPr>
          <p:cNvGrpSpPr/>
          <p:nvPr/>
        </p:nvGrpSpPr>
        <p:grpSpPr>
          <a:xfrm>
            <a:off x="4471508" y="1741099"/>
            <a:ext cx="2508070" cy="1480264"/>
            <a:chOff x="4484955" y="1754546"/>
            <a:chExt cx="2508070" cy="1480264"/>
          </a:xfrm>
        </p:grpSpPr>
        <p:pic>
          <p:nvPicPr>
            <p:cNvPr id="8" name="Graphic 7" descr="Quadcopter with solid fill">
              <a:extLst>
                <a:ext uri="{FF2B5EF4-FFF2-40B4-BE49-F238E27FC236}">
                  <a16:creationId xmlns:a16="http://schemas.microsoft.com/office/drawing/2014/main" id="{92BCA4BE-9368-21CE-784E-D819FA619DCA}"/>
                </a:ext>
              </a:extLst>
            </p:cNvPr>
            <p:cNvPicPr>
              <a:picLocks noChangeAspect="1"/>
            </p:cNvPicPr>
            <p:nvPr/>
          </p:nvPicPr>
          <p:blipFill>
            <a:blip r:embed="rId5"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/>
            </a:stretch>
          </p:blipFill>
          <p:spPr>
            <a:xfrm>
              <a:off x="4484955" y="2460267"/>
              <a:ext cx="774543" cy="774543"/>
            </a:xfrm>
            <a:prstGeom prst="rect">
              <a:avLst/>
            </a:prstGeom>
          </p:spPr>
        </p:pic>
        <p:pic>
          <p:nvPicPr>
            <p:cNvPr id="11" name="Graphic 10" descr="Quadcopter with solid fill">
              <a:extLst>
                <a:ext uri="{FF2B5EF4-FFF2-40B4-BE49-F238E27FC236}">
                  <a16:creationId xmlns:a16="http://schemas.microsoft.com/office/drawing/2014/main" id="{4E24FA99-12E5-DF22-EA79-36F5880CDEB5}"/>
                </a:ext>
              </a:extLst>
            </p:cNvPr>
            <p:cNvPicPr>
              <a:picLocks noChangeAspect="1"/>
            </p:cNvPicPr>
            <p:nvPr/>
          </p:nvPicPr>
          <p:blipFill>
            <a:blip r:embed="rId5"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/>
            </a:stretch>
          </p:blipFill>
          <p:spPr>
            <a:xfrm>
              <a:off x="6218482" y="1754546"/>
              <a:ext cx="774543" cy="774543"/>
            </a:xfrm>
            <a:prstGeom prst="rect">
              <a:avLst/>
            </a:prstGeom>
          </p:spPr>
        </p:pic>
      </p:grpSp>
      <p:pic>
        <p:nvPicPr>
          <p:cNvPr id="24" name="Graphic 23" descr="Wireless router outline">
            <a:extLst>
              <a:ext uri="{FF2B5EF4-FFF2-40B4-BE49-F238E27FC236}">
                <a16:creationId xmlns:a16="http://schemas.microsoft.com/office/drawing/2014/main" id="{C58CF36C-D8B5-F525-8454-35400757B4E6}"/>
              </a:ext>
            </a:extLst>
          </p:cNvPr>
          <p:cNvPicPr>
            <a:picLocks noChangeAspect="1"/>
          </p:cNvPicPr>
          <p:nvPr/>
        </p:nvPicPr>
        <p:blipFill>
          <a:blip r:embed="rId7">
            <a:extLs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>
            <a:off x="3839424" y="1039438"/>
            <a:ext cx="914400" cy="914400"/>
          </a:xfrm>
          <a:prstGeom prst="rect">
            <a:avLst/>
          </a:prstGeom>
        </p:spPr>
      </p:pic>
      <p:pic>
        <p:nvPicPr>
          <p:cNvPr id="26" name="Graphic 25" descr="Satellite outline">
            <a:extLst>
              <a:ext uri="{FF2B5EF4-FFF2-40B4-BE49-F238E27FC236}">
                <a16:creationId xmlns:a16="http://schemas.microsoft.com/office/drawing/2014/main" id="{7CD1625F-7CBF-EE73-45F2-3C41518BF818}"/>
              </a:ext>
            </a:extLst>
          </p:cNvPr>
          <p:cNvPicPr>
            <a:picLocks noChangeAspect="1"/>
          </p:cNvPicPr>
          <p:nvPr/>
        </p:nvPicPr>
        <p:blipFill>
          <a:blip r:embed="rId9">
            <a:extLst>
              <a:ext uri="{96DAC541-7B7A-43D3-8B79-37D633B846F1}">
                <asvg:svgBlip xmlns:asvg="http://schemas.microsoft.com/office/drawing/2016/SVG/main" r:embed="rId10"/>
              </a:ext>
            </a:extLst>
          </a:blip>
          <a:stretch>
            <a:fillRect/>
          </a:stretch>
        </p:blipFill>
        <p:spPr>
          <a:xfrm>
            <a:off x="6937284" y="753680"/>
            <a:ext cx="914400" cy="914400"/>
          </a:xfrm>
          <a:prstGeom prst="rect">
            <a:avLst/>
          </a:prstGeom>
        </p:spPr>
      </p:pic>
      <p:pic>
        <p:nvPicPr>
          <p:cNvPr id="28" name="Graphic 27" descr="Satellite dish outline">
            <a:extLst>
              <a:ext uri="{FF2B5EF4-FFF2-40B4-BE49-F238E27FC236}">
                <a16:creationId xmlns:a16="http://schemas.microsoft.com/office/drawing/2014/main" id="{17F239D1-C71E-706E-507B-D7182550BEBB}"/>
              </a:ext>
            </a:extLst>
          </p:cNvPr>
          <p:cNvPicPr>
            <a:picLocks noChangeAspect="1"/>
          </p:cNvPicPr>
          <p:nvPr/>
        </p:nvPicPr>
        <p:blipFill>
          <a:blip r:embed="rId11">
            <a:extLst>
              <a:ext uri="{96DAC541-7B7A-43D3-8B79-37D633B846F1}">
                <asvg:svgBlip xmlns:asvg="http://schemas.microsoft.com/office/drawing/2016/SVG/main" r:embed="rId12"/>
              </a:ext>
            </a:extLst>
          </a:blip>
          <a:stretch>
            <a:fillRect/>
          </a:stretch>
        </p:blipFill>
        <p:spPr>
          <a:xfrm flipH="1">
            <a:off x="8163842" y="3875999"/>
            <a:ext cx="914400" cy="914400"/>
          </a:xfrm>
          <a:prstGeom prst="rect">
            <a:avLst/>
          </a:prstGeom>
        </p:spPr>
      </p:pic>
      <p:pic>
        <p:nvPicPr>
          <p:cNvPr id="30" name="Graphic 29" descr="Walk with solid fill">
            <a:extLst>
              <a:ext uri="{FF2B5EF4-FFF2-40B4-BE49-F238E27FC236}">
                <a16:creationId xmlns:a16="http://schemas.microsoft.com/office/drawing/2014/main" id="{AA59C454-5BDB-B825-909C-F06D2A4452E6}"/>
              </a:ext>
            </a:extLst>
          </p:cNvPr>
          <p:cNvPicPr>
            <a:picLocks noChangeAspect="1"/>
          </p:cNvPicPr>
          <p:nvPr/>
        </p:nvPicPr>
        <p:blipFill>
          <a:blip r:embed="rId13">
            <a:extLst>
              <a:ext uri="{96DAC541-7B7A-43D3-8B79-37D633B846F1}">
                <asvg:svgBlip xmlns:asvg="http://schemas.microsoft.com/office/drawing/2016/SVG/main" r:embed="rId14"/>
              </a:ext>
            </a:extLst>
          </a:blip>
          <a:stretch>
            <a:fillRect/>
          </a:stretch>
        </p:blipFill>
        <p:spPr>
          <a:xfrm>
            <a:off x="4353232" y="3926345"/>
            <a:ext cx="403685" cy="421027"/>
          </a:xfrm>
          <a:prstGeom prst="rect">
            <a:avLst/>
          </a:prstGeom>
        </p:spPr>
      </p:pic>
      <p:pic>
        <p:nvPicPr>
          <p:cNvPr id="43" name="Picture 42">
            <a:extLst>
              <a:ext uri="{FF2B5EF4-FFF2-40B4-BE49-F238E27FC236}">
                <a16:creationId xmlns:a16="http://schemas.microsoft.com/office/drawing/2014/main" id="{DCF475DB-9E32-9C30-9642-35BD89CBF6CD}"/>
              </a:ext>
            </a:extLst>
          </p:cNvPr>
          <p:cNvPicPr>
            <a:picLocks noChangeAspect="1"/>
          </p:cNvPicPr>
          <p:nvPr/>
        </p:nvPicPr>
        <p:blipFill>
          <a:blip r:embed="rId15"/>
          <a:stretch>
            <a:fillRect/>
          </a:stretch>
        </p:blipFill>
        <p:spPr>
          <a:xfrm>
            <a:off x="7758680" y="2678755"/>
            <a:ext cx="294596" cy="294596"/>
          </a:xfrm>
          <a:prstGeom prst="rect">
            <a:avLst/>
          </a:prstGeom>
        </p:spPr>
      </p:pic>
      <p:cxnSp>
        <p:nvCxnSpPr>
          <p:cNvPr id="52" name="Straight Connector 51">
            <a:extLst>
              <a:ext uri="{FF2B5EF4-FFF2-40B4-BE49-F238E27FC236}">
                <a16:creationId xmlns:a16="http://schemas.microsoft.com/office/drawing/2014/main" id="{134469A3-660C-0B42-F97A-A0C01E01C6DB}"/>
              </a:ext>
            </a:extLst>
          </p:cNvPr>
          <p:cNvCxnSpPr>
            <a:cxnSpLocks/>
          </p:cNvCxnSpPr>
          <p:nvPr/>
        </p:nvCxnSpPr>
        <p:spPr>
          <a:xfrm>
            <a:off x="2913711" y="4568610"/>
            <a:ext cx="4975527" cy="58207"/>
          </a:xfrm>
          <a:prstGeom prst="line">
            <a:avLst/>
          </a:prstGeom>
          <a:ln w="44450">
            <a:solidFill>
              <a:schemeClr val="bg1">
                <a:lumMod val="50000"/>
              </a:schemeClr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158" name="Group 157">
            <a:extLst>
              <a:ext uri="{FF2B5EF4-FFF2-40B4-BE49-F238E27FC236}">
                <a16:creationId xmlns:a16="http://schemas.microsoft.com/office/drawing/2014/main" id="{667801F9-38BF-50EF-7138-58817BB9FE08}"/>
              </a:ext>
            </a:extLst>
          </p:cNvPr>
          <p:cNvGrpSpPr/>
          <p:nvPr/>
        </p:nvGrpSpPr>
        <p:grpSpPr>
          <a:xfrm>
            <a:off x="3215115" y="3712417"/>
            <a:ext cx="4652654" cy="1880212"/>
            <a:chOff x="3228562" y="3725864"/>
            <a:chExt cx="4652654" cy="1880212"/>
          </a:xfrm>
        </p:grpSpPr>
        <p:pic>
          <p:nvPicPr>
            <p:cNvPr id="10" name="Graphic 9" descr="Bus with solid fill">
              <a:extLst>
                <a:ext uri="{FF2B5EF4-FFF2-40B4-BE49-F238E27FC236}">
                  <a16:creationId xmlns:a16="http://schemas.microsoft.com/office/drawing/2014/main" id="{16F4BC92-DC04-9B96-FF04-B7E320ACE5F8}"/>
                </a:ext>
              </a:extLst>
            </p:cNvPr>
            <p:cNvPicPr>
              <a:picLocks noChangeAspect="1"/>
            </p:cNvPicPr>
            <p:nvPr/>
          </p:nvPicPr>
          <p:blipFill>
            <a:blip r:embed="rId16"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17"/>
                </a:ext>
              </a:extLst>
            </a:blip>
            <a:stretch>
              <a:fillRect/>
            </a:stretch>
          </p:blipFill>
          <p:spPr>
            <a:xfrm>
              <a:off x="3228562" y="4473582"/>
              <a:ext cx="914400" cy="914400"/>
            </a:xfrm>
            <a:prstGeom prst="rect">
              <a:avLst/>
            </a:prstGeom>
          </p:spPr>
        </p:pic>
        <p:grpSp>
          <p:nvGrpSpPr>
            <p:cNvPr id="154" name="Group 153">
              <a:extLst>
                <a:ext uri="{FF2B5EF4-FFF2-40B4-BE49-F238E27FC236}">
                  <a16:creationId xmlns:a16="http://schemas.microsoft.com/office/drawing/2014/main" id="{D7678D4F-1C9C-F699-E282-AD37E2709DBE}"/>
                </a:ext>
              </a:extLst>
            </p:cNvPr>
            <p:cNvGrpSpPr/>
            <p:nvPr/>
          </p:nvGrpSpPr>
          <p:grpSpPr>
            <a:xfrm>
              <a:off x="3238762" y="3725864"/>
              <a:ext cx="4642454" cy="1880212"/>
              <a:chOff x="3238762" y="3725864"/>
              <a:chExt cx="4642454" cy="1880212"/>
            </a:xfrm>
            <a:solidFill>
              <a:srgbClr val="CD2527"/>
            </a:solidFill>
          </p:grpSpPr>
          <p:pic>
            <p:nvPicPr>
              <p:cNvPr id="9" name="Graphic 8" descr="Car with solid fill">
                <a:extLst>
                  <a:ext uri="{FF2B5EF4-FFF2-40B4-BE49-F238E27FC236}">
                    <a16:creationId xmlns:a16="http://schemas.microsoft.com/office/drawing/2014/main" id="{E51CE263-7D8C-1511-F330-53814DA764CC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18">
                <a:extLst>
                  <a:ext uri="{28A0092B-C50C-407E-A947-70E740481C1C}">
                    <a14:useLocalDpi xmlns:a14="http://schemas.microsoft.com/office/drawing/2010/main" val="0"/>
                  </a:ext>
                  <a:ext uri="{96DAC541-7B7A-43D3-8B79-37D633B846F1}">
                    <asvg:svgBlip xmlns:asvg="http://schemas.microsoft.com/office/drawing/2016/SVG/main" r:embed="rId19"/>
                  </a:ext>
                </a:extLst>
              </a:blip>
              <a:stretch>
                <a:fillRect/>
              </a:stretch>
            </p:blipFill>
            <p:spPr>
              <a:xfrm flipH="1">
                <a:off x="5865328" y="3944483"/>
                <a:ext cx="859363" cy="859363"/>
              </a:xfrm>
              <a:prstGeom prst="rect">
                <a:avLst/>
              </a:prstGeom>
            </p:spPr>
          </p:pic>
          <p:pic>
            <p:nvPicPr>
              <p:cNvPr id="46" name="Graphic 45" descr="Car with solid fill">
                <a:extLst>
                  <a:ext uri="{FF2B5EF4-FFF2-40B4-BE49-F238E27FC236}">
                    <a16:creationId xmlns:a16="http://schemas.microsoft.com/office/drawing/2014/main" id="{0F66E8E5-811D-76EE-B673-54ADA1AAB612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18">
                <a:extLst>
                  <a:ext uri="{28A0092B-C50C-407E-A947-70E740481C1C}">
                    <a14:useLocalDpi xmlns:a14="http://schemas.microsoft.com/office/drawing/2010/main" val="0"/>
                  </a:ext>
                  <a:ext uri="{96DAC541-7B7A-43D3-8B79-37D633B846F1}">
                    <asvg:svgBlip xmlns:asvg="http://schemas.microsoft.com/office/drawing/2016/SVG/main" r:embed="rId20"/>
                  </a:ext>
                </a:extLst>
              </a:blip>
              <a:stretch>
                <a:fillRect/>
              </a:stretch>
            </p:blipFill>
            <p:spPr>
              <a:xfrm flipH="1">
                <a:off x="5031087" y="3765430"/>
                <a:ext cx="859363" cy="859363"/>
              </a:xfrm>
              <a:prstGeom prst="rect">
                <a:avLst/>
              </a:prstGeom>
            </p:spPr>
          </p:pic>
          <p:pic>
            <p:nvPicPr>
              <p:cNvPr id="47" name="Graphic 46" descr="Bus with solid fill">
                <a:extLst>
                  <a:ext uri="{FF2B5EF4-FFF2-40B4-BE49-F238E27FC236}">
                    <a16:creationId xmlns:a16="http://schemas.microsoft.com/office/drawing/2014/main" id="{B697304B-03DB-47FF-9176-57D43BF00F0D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16">
                <a:extLst>
                  <a:ext uri="{28A0092B-C50C-407E-A947-70E740481C1C}">
                    <a14:useLocalDpi xmlns:a14="http://schemas.microsoft.com/office/drawing/2010/main" val="0"/>
                  </a:ext>
                  <a:ext uri="{96DAC541-7B7A-43D3-8B79-37D633B846F1}">
                    <asvg:svgBlip xmlns:asvg="http://schemas.microsoft.com/office/drawing/2016/SVG/main" r:embed="rId17"/>
                  </a:ext>
                </a:extLst>
              </a:blip>
              <a:stretch>
                <a:fillRect/>
              </a:stretch>
            </p:blipFill>
            <p:spPr>
              <a:xfrm flipH="1">
                <a:off x="6755268" y="3725864"/>
                <a:ext cx="914400" cy="914400"/>
              </a:xfrm>
              <a:prstGeom prst="rect">
                <a:avLst/>
              </a:prstGeom>
            </p:spPr>
          </p:pic>
          <p:pic>
            <p:nvPicPr>
              <p:cNvPr id="48" name="Graphic 47" descr="Car with solid fill">
                <a:extLst>
                  <a:ext uri="{FF2B5EF4-FFF2-40B4-BE49-F238E27FC236}">
                    <a16:creationId xmlns:a16="http://schemas.microsoft.com/office/drawing/2014/main" id="{15A3A7F2-248E-42AC-6170-9D294A5FA277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18">
                <a:extLst>
                  <a:ext uri="{28A0092B-C50C-407E-A947-70E740481C1C}">
                    <a14:useLocalDpi xmlns:a14="http://schemas.microsoft.com/office/drawing/2010/main" val="0"/>
                  </a:ext>
                  <a:ext uri="{96DAC541-7B7A-43D3-8B79-37D633B846F1}">
                    <asvg:svgBlip xmlns:asvg="http://schemas.microsoft.com/office/drawing/2016/SVG/main" r:embed="rId20"/>
                  </a:ext>
                </a:extLst>
              </a:blip>
              <a:stretch>
                <a:fillRect/>
              </a:stretch>
            </p:blipFill>
            <p:spPr>
              <a:xfrm>
                <a:off x="4352216" y="4746713"/>
                <a:ext cx="859363" cy="859363"/>
              </a:xfrm>
              <a:prstGeom prst="rect">
                <a:avLst/>
              </a:prstGeom>
            </p:spPr>
          </p:pic>
          <p:pic>
            <p:nvPicPr>
              <p:cNvPr id="49" name="Graphic 48" descr="Car with solid fill">
                <a:extLst>
                  <a:ext uri="{FF2B5EF4-FFF2-40B4-BE49-F238E27FC236}">
                    <a16:creationId xmlns:a16="http://schemas.microsoft.com/office/drawing/2014/main" id="{A067DE18-47D7-141E-DEB3-70BC047C688B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18">
                <a:extLst>
                  <a:ext uri="{28A0092B-C50C-407E-A947-70E740481C1C}">
                    <a14:useLocalDpi xmlns:a14="http://schemas.microsoft.com/office/drawing/2010/main" val="0"/>
                  </a:ext>
                  <a:ext uri="{96DAC541-7B7A-43D3-8B79-37D633B846F1}">
                    <asvg:svgBlip xmlns:asvg="http://schemas.microsoft.com/office/drawing/2016/SVG/main" r:embed="rId20"/>
                  </a:ext>
                </a:extLst>
              </a:blip>
              <a:stretch>
                <a:fillRect/>
              </a:stretch>
            </p:blipFill>
            <p:spPr>
              <a:xfrm>
                <a:off x="5671716" y="4675130"/>
                <a:ext cx="859363" cy="859363"/>
              </a:xfrm>
              <a:prstGeom prst="rect">
                <a:avLst/>
              </a:prstGeom>
            </p:spPr>
          </p:pic>
          <p:pic>
            <p:nvPicPr>
              <p:cNvPr id="50" name="Graphic 49" descr="Car with solid fill">
                <a:extLst>
                  <a:ext uri="{FF2B5EF4-FFF2-40B4-BE49-F238E27FC236}">
                    <a16:creationId xmlns:a16="http://schemas.microsoft.com/office/drawing/2014/main" id="{51CFF960-88B5-63FA-119F-673F6F1609D5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18">
                <a:extLst>
                  <a:ext uri="{28A0092B-C50C-407E-A947-70E740481C1C}">
                    <a14:useLocalDpi xmlns:a14="http://schemas.microsoft.com/office/drawing/2010/main" val="0"/>
                  </a:ext>
                  <a:ext uri="{96DAC541-7B7A-43D3-8B79-37D633B846F1}">
                    <asvg:svgBlip xmlns:asvg="http://schemas.microsoft.com/office/drawing/2016/SVG/main" r:embed="rId19"/>
                  </a:ext>
                </a:extLst>
              </a:blip>
              <a:stretch>
                <a:fillRect/>
              </a:stretch>
            </p:blipFill>
            <p:spPr>
              <a:xfrm flipH="1">
                <a:off x="3238762" y="3825660"/>
                <a:ext cx="859363" cy="859363"/>
              </a:xfrm>
              <a:prstGeom prst="rect">
                <a:avLst/>
              </a:prstGeom>
            </p:spPr>
          </p:pic>
          <p:pic>
            <p:nvPicPr>
              <p:cNvPr id="54" name="Graphic 53" descr="Car with solid fill">
                <a:extLst>
                  <a:ext uri="{FF2B5EF4-FFF2-40B4-BE49-F238E27FC236}">
                    <a16:creationId xmlns:a16="http://schemas.microsoft.com/office/drawing/2014/main" id="{CF0AE661-7886-DBDD-7EF6-0D866A472D15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18">
                <a:extLst>
                  <a:ext uri="{28A0092B-C50C-407E-A947-70E740481C1C}">
                    <a14:useLocalDpi xmlns:a14="http://schemas.microsoft.com/office/drawing/2010/main" val="0"/>
                  </a:ext>
                  <a:ext uri="{96DAC541-7B7A-43D3-8B79-37D633B846F1}">
                    <asvg:svgBlip xmlns:asvg="http://schemas.microsoft.com/office/drawing/2016/SVG/main" r:embed="rId20"/>
                  </a:ext>
                </a:extLst>
              </a:blip>
              <a:stretch>
                <a:fillRect/>
              </a:stretch>
            </p:blipFill>
            <p:spPr>
              <a:xfrm>
                <a:off x="7021853" y="4685993"/>
                <a:ext cx="859363" cy="859363"/>
              </a:xfrm>
              <a:prstGeom prst="rect">
                <a:avLst/>
              </a:prstGeom>
            </p:spPr>
          </p:pic>
        </p:grpSp>
      </p:grpSp>
      <p:grpSp>
        <p:nvGrpSpPr>
          <p:cNvPr id="153" name="Group 152">
            <a:extLst>
              <a:ext uri="{FF2B5EF4-FFF2-40B4-BE49-F238E27FC236}">
                <a16:creationId xmlns:a16="http://schemas.microsoft.com/office/drawing/2014/main" id="{88665A71-466D-6149-4AAC-E8210D8C96ED}"/>
              </a:ext>
            </a:extLst>
          </p:cNvPr>
          <p:cNvGrpSpPr/>
          <p:nvPr/>
        </p:nvGrpSpPr>
        <p:grpSpPr>
          <a:xfrm>
            <a:off x="2608901" y="1283170"/>
            <a:ext cx="6544961" cy="4558110"/>
            <a:chOff x="2608901" y="1283170"/>
            <a:chExt cx="6544961" cy="4558110"/>
          </a:xfrm>
          <a:effectLst>
            <a:glow rad="76200">
              <a:schemeClr val="bg1"/>
            </a:glow>
          </a:effectLst>
        </p:grpSpPr>
        <p:cxnSp>
          <p:nvCxnSpPr>
            <p:cNvPr id="58" name="Straight Connector 57">
              <a:extLst>
                <a:ext uri="{FF2B5EF4-FFF2-40B4-BE49-F238E27FC236}">
                  <a16:creationId xmlns:a16="http://schemas.microsoft.com/office/drawing/2014/main" id="{D36C8913-9458-E6AB-C24E-4A851068895D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3596646" y="4419478"/>
              <a:ext cx="89116" cy="313617"/>
            </a:xfrm>
            <a:prstGeom prst="line">
              <a:avLst/>
            </a:prstGeom>
            <a:ln w="44450">
              <a:solidFill>
                <a:srgbClr val="FEBE3A"/>
              </a:solidFill>
              <a:prstDash val="solid"/>
            </a:ln>
            <a:effectLst/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0" name="Straight Connector 59">
              <a:extLst>
                <a:ext uri="{FF2B5EF4-FFF2-40B4-BE49-F238E27FC236}">
                  <a16:creationId xmlns:a16="http://schemas.microsoft.com/office/drawing/2014/main" id="{D88E9DB8-3464-56AF-CF14-970D7499FAD9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4938771" y="4419478"/>
              <a:ext cx="390528" cy="556848"/>
            </a:xfrm>
            <a:prstGeom prst="line">
              <a:avLst/>
            </a:prstGeom>
            <a:ln w="44450">
              <a:solidFill>
                <a:srgbClr val="FEBE3A"/>
              </a:solidFill>
              <a:prstDash val="solid"/>
            </a:ln>
            <a:effectLst/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2" name="Straight Connector 61">
              <a:extLst>
                <a:ext uri="{FF2B5EF4-FFF2-40B4-BE49-F238E27FC236}">
                  <a16:creationId xmlns:a16="http://schemas.microsoft.com/office/drawing/2014/main" id="{38E716D8-0487-B581-48AB-D05AC4496E92}"/>
                </a:ext>
              </a:extLst>
            </p:cNvPr>
            <p:cNvCxnSpPr>
              <a:cxnSpLocks/>
              <a:endCxn id="46" idx="1"/>
            </p:cNvCxnSpPr>
            <p:nvPr/>
          </p:nvCxnSpPr>
          <p:spPr>
            <a:xfrm flipH="1" flipV="1">
              <a:off x="5877003" y="4181665"/>
              <a:ext cx="228626" cy="67004"/>
            </a:xfrm>
            <a:prstGeom prst="line">
              <a:avLst/>
            </a:prstGeom>
            <a:ln w="44450">
              <a:solidFill>
                <a:srgbClr val="FEBE3A"/>
              </a:solidFill>
              <a:prstDash val="solid"/>
            </a:ln>
            <a:effectLst/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5" name="Straight Connector 64">
              <a:extLst>
                <a:ext uri="{FF2B5EF4-FFF2-40B4-BE49-F238E27FC236}">
                  <a16:creationId xmlns:a16="http://schemas.microsoft.com/office/drawing/2014/main" id="{E0028EF1-A066-8B35-3460-95CBBBDC3512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5220504" y="5126656"/>
              <a:ext cx="434813" cy="49738"/>
            </a:xfrm>
            <a:prstGeom prst="line">
              <a:avLst/>
            </a:prstGeom>
            <a:ln w="44450">
              <a:solidFill>
                <a:srgbClr val="FEBE3A"/>
              </a:solidFill>
              <a:prstDash val="solid"/>
            </a:ln>
            <a:effectLst/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8" name="Straight Connector 67">
              <a:extLst>
                <a:ext uri="{FF2B5EF4-FFF2-40B4-BE49-F238E27FC236}">
                  <a16:creationId xmlns:a16="http://schemas.microsoft.com/office/drawing/2014/main" id="{1FDFC079-DCFB-152A-5F30-8A61905B4B7E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5653549" y="4418062"/>
              <a:ext cx="202687" cy="439961"/>
            </a:xfrm>
            <a:prstGeom prst="line">
              <a:avLst/>
            </a:prstGeom>
            <a:ln w="44450">
              <a:solidFill>
                <a:srgbClr val="FEBE3A"/>
              </a:solidFill>
              <a:prstDash val="solid"/>
            </a:ln>
            <a:effectLst/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1" name="Straight Connector 70">
              <a:extLst>
                <a:ext uri="{FF2B5EF4-FFF2-40B4-BE49-F238E27FC236}">
                  <a16:creationId xmlns:a16="http://schemas.microsoft.com/office/drawing/2014/main" id="{19B31075-7070-5422-3189-9A4AFD145CF4}"/>
                </a:ext>
              </a:extLst>
            </p:cNvPr>
            <p:cNvCxnSpPr>
              <a:cxnSpLocks/>
              <a:stCxn id="54" idx="1"/>
            </p:cNvCxnSpPr>
            <p:nvPr/>
          </p:nvCxnSpPr>
          <p:spPr>
            <a:xfrm flipH="1" flipV="1">
              <a:off x="6578724" y="5102227"/>
              <a:ext cx="429682" cy="1"/>
            </a:xfrm>
            <a:prstGeom prst="line">
              <a:avLst/>
            </a:prstGeom>
            <a:ln w="44450">
              <a:solidFill>
                <a:srgbClr val="FEBE3A"/>
              </a:solidFill>
              <a:prstDash val="solid"/>
            </a:ln>
            <a:effectLst/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4" name="Straight Connector 73">
              <a:extLst>
                <a:ext uri="{FF2B5EF4-FFF2-40B4-BE49-F238E27FC236}">
                  <a16:creationId xmlns:a16="http://schemas.microsoft.com/office/drawing/2014/main" id="{BA64E1F2-69DA-C8AC-E785-595AB749AEBD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7165599" y="4419478"/>
              <a:ext cx="26096" cy="432082"/>
            </a:xfrm>
            <a:prstGeom prst="line">
              <a:avLst/>
            </a:prstGeom>
            <a:ln w="44450">
              <a:solidFill>
                <a:srgbClr val="FEBE3A"/>
              </a:solidFill>
              <a:prstDash val="solid"/>
            </a:ln>
            <a:effectLst/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6" name="Straight Connector 75">
              <a:extLst>
                <a:ext uri="{FF2B5EF4-FFF2-40B4-BE49-F238E27FC236}">
                  <a16:creationId xmlns:a16="http://schemas.microsoft.com/office/drawing/2014/main" id="{C7C4312B-BFB7-5548-65E1-3FD3A218EF51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6644573" y="4545103"/>
              <a:ext cx="186667" cy="375984"/>
            </a:xfrm>
            <a:prstGeom prst="line">
              <a:avLst/>
            </a:prstGeom>
            <a:ln w="44450">
              <a:solidFill>
                <a:srgbClr val="FEBE3A"/>
              </a:solidFill>
              <a:prstDash val="solid"/>
            </a:ln>
            <a:effectLst/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8" name="Straight Connector 77">
              <a:extLst>
                <a:ext uri="{FF2B5EF4-FFF2-40B4-BE49-F238E27FC236}">
                  <a16:creationId xmlns:a16="http://schemas.microsoft.com/office/drawing/2014/main" id="{2E2312AD-34F2-0A3A-A6AC-EF805647B80E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6586685" y="4050059"/>
              <a:ext cx="173706" cy="118015"/>
            </a:xfrm>
            <a:prstGeom prst="line">
              <a:avLst/>
            </a:prstGeom>
            <a:ln w="44450">
              <a:solidFill>
                <a:srgbClr val="FEBE3A"/>
              </a:solidFill>
              <a:prstDash val="solid"/>
            </a:ln>
            <a:effectLst/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0" name="Straight Connector 79">
              <a:extLst>
                <a:ext uri="{FF2B5EF4-FFF2-40B4-BE49-F238E27FC236}">
                  <a16:creationId xmlns:a16="http://schemas.microsoft.com/office/drawing/2014/main" id="{181D0EC9-474E-E141-08E4-ABB540358991}"/>
                </a:ext>
              </a:extLst>
            </p:cNvPr>
            <p:cNvCxnSpPr>
              <a:cxnSpLocks/>
            </p:cNvCxnSpPr>
            <p:nvPr/>
          </p:nvCxnSpPr>
          <p:spPr>
            <a:xfrm>
              <a:off x="4157979" y="4930782"/>
              <a:ext cx="245671" cy="117756"/>
            </a:xfrm>
            <a:prstGeom prst="line">
              <a:avLst/>
            </a:prstGeom>
            <a:ln w="44450">
              <a:solidFill>
                <a:srgbClr val="FEBE3A"/>
              </a:solidFill>
              <a:prstDash val="solid"/>
            </a:ln>
            <a:effectLst/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6" name="Straight Connector 105">
              <a:extLst>
                <a:ext uri="{FF2B5EF4-FFF2-40B4-BE49-F238E27FC236}">
                  <a16:creationId xmlns:a16="http://schemas.microsoft.com/office/drawing/2014/main" id="{843307C6-D7EE-4DB6-A168-A8EB28E9F1B1}"/>
                </a:ext>
              </a:extLst>
            </p:cNvPr>
            <p:cNvCxnSpPr>
              <a:cxnSpLocks/>
            </p:cNvCxnSpPr>
            <p:nvPr/>
          </p:nvCxnSpPr>
          <p:spPr>
            <a:xfrm>
              <a:off x="4926559" y="3092570"/>
              <a:ext cx="494373" cy="863282"/>
            </a:xfrm>
            <a:prstGeom prst="line">
              <a:avLst/>
            </a:prstGeom>
            <a:ln w="44450">
              <a:solidFill>
                <a:srgbClr val="FEBE3A"/>
              </a:solidFill>
              <a:prstDash val="solid"/>
            </a:ln>
            <a:effectLst/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9" name="Straight Connector 108">
              <a:extLst>
                <a:ext uri="{FF2B5EF4-FFF2-40B4-BE49-F238E27FC236}">
                  <a16:creationId xmlns:a16="http://schemas.microsoft.com/office/drawing/2014/main" id="{1A449141-9A9C-00EF-DAB2-0378572D8D6F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5220504" y="2154963"/>
              <a:ext cx="1127194" cy="604411"/>
            </a:xfrm>
            <a:prstGeom prst="line">
              <a:avLst/>
            </a:prstGeom>
            <a:ln w="44450">
              <a:solidFill>
                <a:srgbClr val="FEBE3A"/>
              </a:solidFill>
              <a:prstDash val="solid"/>
            </a:ln>
            <a:effectLst/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1" name="Straight Connector 110">
              <a:extLst>
                <a:ext uri="{FF2B5EF4-FFF2-40B4-BE49-F238E27FC236}">
                  <a16:creationId xmlns:a16="http://schemas.microsoft.com/office/drawing/2014/main" id="{2E453BB9-1DD7-3C83-8773-3CBCDF156761}"/>
                </a:ext>
              </a:extLst>
            </p:cNvPr>
            <p:cNvCxnSpPr>
              <a:cxnSpLocks/>
            </p:cNvCxnSpPr>
            <p:nvPr/>
          </p:nvCxnSpPr>
          <p:spPr>
            <a:xfrm>
              <a:off x="6688636" y="2391549"/>
              <a:ext cx="441011" cy="1470284"/>
            </a:xfrm>
            <a:prstGeom prst="line">
              <a:avLst/>
            </a:prstGeom>
            <a:ln w="44450">
              <a:solidFill>
                <a:srgbClr val="FEBE3A"/>
              </a:solidFill>
              <a:prstDash val="solid"/>
            </a:ln>
            <a:effectLst/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4" name="Straight Connector 113">
              <a:extLst>
                <a:ext uri="{FF2B5EF4-FFF2-40B4-BE49-F238E27FC236}">
                  <a16:creationId xmlns:a16="http://schemas.microsoft.com/office/drawing/2014/main" id="{EEB5CFCA-2808-EA88-855F-1D93C41686A5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6407145" y="2375141"/>
              <a:ext cx="198608" cy="1720524"/>
            </a:xfrm>
            <a:prstGeom prst="line">
              <a:avLst/>
            </a:prstGeom>
            <a:ln w="44450">
              <a:solidFill>
                <a:srgbClr val="FEBE3A"/>
              </a:solidFill>
              <a:prstDash val="solid"/>
            </a:ln>
            <a:effectLst/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17" name="Arc 116">
              <a:extLst>
                <a:ext uri="{FF2B5EF4-FFF2-40B4-BE49-F238E27FC236}">
                  <a16:creationId xmlns:a16="http://schemas.microsoft.com/office/drawing/2014/main" id="{0AD8D3EC-3EB5-9B8A-003D-2EEA4BA3A891}"/>
                </a:ext>
              </a:extLst>
            </p:cNvPr>
            <p:cNvSpPr/>
            <p:nvPr/>
          </p:nvSpPr>
          <p:spPr>
            <a:xfrm>
              <a:off x="6735177" y="1409611"/>
              <a:ext cx="2418685" cy="3261521"/>
            </a:xfrm>
            <a:prstGeom prst="arc">
              <a:avLst>
                <a:gd name="adj1" fmla="val 15934119"/>
                <a:gd name="adj2" fmla="val 2483651"/>
              </a:avLst>
            </a:prstGeom>
            <a:ln w="44450">
              <a:solidFill>
                <a:srgbClr val="FEBE3A"/>
              </a:solidFill>
              <a:prstDash val="solid"/>
            </a:ln>
            <a:effectLst/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en-IL" dirty="0"/>
            </a:p>
          </p:txBody>
        </p:sp>
        <p:sp>
          <p:nvSpPr>
            <p:cNvPr id="118" name="Arc 117">
              <a:extLst>
                <a:ext uri="{FF2B5EF4-FFF2-40B4-BE49-F238E27FC236}">
                  <a16:creationId xmlns:a16="http://schemas.microsoft.com/office/drawing/2014/main" id="{DF965C29-30DC-DB69-8228-CD862BC897DA}"/>
                </a:ext>
              </a:extLst>
            </p:cNvPr>
            <p:cNvSpPr/>
            <p:nvPr/>
          </p:nvSpPr>
          <p:spPr>
            <a:xfrm>
              <a:off x="2608901" y="1283170"/>
              <a:ext cx="5288714" cy="4558110"/>
            </a:xfrm>
            <a:prstGeom prst="arc">
              <a:avLst>
                <a:gd name="adj1" fmla="val 15273688"/>
                <a:gd name="adj2" fmla="val 19808022"/>
              </a:avLst>
            </a:prstGeom>
            <a:ln w="44450">
              <a:solidFill>
                <a:srgbClr val="FEBE3A"/>
              </a:solidFill>
              <a:prstDash val="solid"/>
            </a:ln>
            <a:effectLst/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en-IL"/>
            </a:p>
          </p:txBody>
        </p:sp>
        <p:cxnSp>
          <p:nvCxnSpPr>
            <p:cNvPr id="119" name="Straight Connector 118">
              <a:extLst>
                <a:ext uri="{FF2B5EF4-FFF2-40B4-BE49-F238E27FC236}">
                  <a16:creationId xmlns:a16="http://schemas.microsoft.com/office/drawing/2014/main" id="{171DB7E1-290D-735D-EA7A-7F86CF2BCD8C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6831240" y="2258835"/>
              <a:ext cx="359898" cy="238089"/>
            </a:xfrm>
            <a:prstGeom prst="line">
              <a:avLst/>
            </a:prstGeom>
            <a:ln w="44450">
              <a:solidFill>
                <a:srgbClr val="FEBE3A"/>
              </a:solidFill>
              <a:prstDash val="solid"/>
            </a:ln>
            <a:effectLst/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2" name="Straight Connector 121">
              <a:extLst>
                <a:ext uri="{FF2B5EF4-FFF2-40B4-BE49-F238E27FC236}">
                  <a16:creationId xmlns:a16="http://schemas.microsoft.com/office/drawing/2014/main" id="{460CD0B8-DF4B-EE13-6664-1EA4DBFCD659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7444700" y="1659641"/>
              <a:ext cx="158015" cy="715500"/>
            </a:xfrm>
            <a:prstGeom prst="line">
              <a:avLst/>
            </a:prstGeom>
            <a:ln w="44450">
              <a:solidFill>
                <a:srgbClr val="FEBE3A"/>
              </a:solidFill>
              <a:prstDash val="solid"/>
            </a:ln>
            <a:effectLst/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8" name="Straight Connector 127">
              <a:extLst>
                <a:ext uri="{FF2B5EF4-FFF2-40B4-BE49-F238E27FC236}">
                  <a16:creationId xmlns:a16="http://schemas.microsoft.com/office/drawing/2014/main" id="{87E45FF4-68A4-37D9-B41F-D6EB63B17ADA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3898979" y="3109233"/>
              <a:ext cx="774408" cy="911051"/>
            </a:xfrm>
            <a:prstGeom prst="line">
              <a:avLst/>
            </a:prstGeom>
            <a:ln w="44450">
              <a:solidFill>
                <a:srgbClr val="FEBE3A"/>
              </a:solidFill>
              <a:prstDash val="solid"/>
            </a:ln>
            <a:effectLst/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50" name="Straight Connector 149">
              <a:extLst>
                <a:ext uri="{FF2B5EF4-FFF2-40B4-BE49-F238E27FC236}">
                  <a16:creationId xmlns:a16="http://schemas.microsoft.com/office/drawing/2014/main" id="{9F1BDFA7-16CE-B8C6-D68D-F1E8D48D5212}"/>
                </a:ext>
              </a:extLst>
            </p:cNvPr>
            <p:cNvCxnSpPr>
              <a:cxnSpLocks/>
            </p:cNvCxnSpPr>
            <p:nvPr/>
          </p:nvCxnSpPr>
          <p:spPr>
            <a:xfrm>
              <a:off x="4280814" y="1852643"/>
              <a:ext cx="531877" cy="770198"/>
            </a:xfrm>
            <a:prstGeom prst="line">
              <a:avLst/>
            </a:prstGeom>
            <a:ln w="44450">
              <a:solidFill>
                <a:srgbClr val="FEBE3A"/>
              </a:solidFill>
              <a:prstDash val="solid"/>
            </a:ln>
            <a:effectLst/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</p:spTree>
    <p:extLst>
      <p:ext uri="{BB962C8B-B14F-4D97-AF65-F5344CB8AC3E}">
        <p14:creationId xmlns:p14="http://schemas.microsoft.com/office/powerpoint/2010/main" val="1190635669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 Them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 Them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Theme</Template>
  <TotalTime>1395</TotalTime>
  <Words>136</Words>
  <Application>Microsoft Macintosh PowerPoint</Application>
  <PresentationFormat>Custom</PresentationFormat>
  <Paragraphs>31</Paragraphs>
  <Slides>11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11</vt:i4>
      </vt:variant>
    </vt:vector>
  </HeadingPairs>
  <TitlesOfParts>
    <vt:vector size="17" baseType="lpstr">
      <vt:lpstr>Andale Mono</vt:lpstr>
      <vt:lpstr>Arial</vt:lpstr>
      <vt:lpstr>Calibri</vt:lpstr>
      <vt:lpstr>Calibri Light</vt:lpstr>
      <vt:lpstr>LM Sans 10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Kiril Solovey</dc:creator>
  <cp:lastModifiedBy>Kiril Solovey</cp:lastModifiedBy>
  <cp:revision>19</cp:revision>
  <cp:lastPrinted>2025-09-17T15:17:42Z</cp:lastPrinted>
  <dcterms:created xsi:type="dcterms:W3CDTF">2022-11-08T15:48:24Z</dcterms:created>
  <dcterms:modified xsi:type="dcterms:W3CDTF">2025-09-18T05:38:07Z</dcterms:modified>
</cp:coreProperties>
</file>